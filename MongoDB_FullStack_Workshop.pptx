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96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97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98" r:id="rId24"/>
    <p:sldId id="279" r:id="rId25"/>
    <p:sldId id="280" r:id="rId26"/>
    <p:sldId id="281" r:id="rId27"/>
    <p:sldId id="282" r:id="rId28"/>
    <p:sldId id="299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8D6DF4-6B2E-40CC-A9D3-FEE41D5F9AD5}" v="96" dt="2026-10-26T05:14:41.4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2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ith Gowda" userId="b4b90a18e18ae693" providerId="LiveId" clId="{838CB942-1C41-464F-B544-30ED097653CC}"/>
    <pc:docChg chg="undo custSel addSld delSld modSld">
      <pc:chgData name="Mohith Gowda" userId="b4b90a18e18ae693" providerId="LiveId" clId="{838CB942-1C41-464F-B544-30ED097653CC}" dt="2026-10-26T16:08:31.853" v="111" actId="404"/>
      <pc:docMkLst>
        <pc:docMk/>
      </pc:docMkLst>
      <pc:sldChg chg="add setBg">
        <pc:chgData name="Mohith Gowda" userId="b4b90a18e18ae693" providerId="LiveId" clId="{838CB942-1C41-464F-B544-30ED097653CC}" dt="2026-10-25T09:17:43.677" v="0"/>
        <pc:sldMkLst>
          <pc:docMk/>
          <pc:sldMk cId="0" sldId="256"/>
        </pc:sldMkLst>
      </pc:sldChg>
      <pc:sldChg chg="add setBg">
        <pc:chgData name="Mohith Gowda" userId="b4b90a18e18ae693" providerId="LiveId" clId="{838CB942-1C41-464F-B544-30ED097653CC}" dt="2026-10-25T09:17:43.677" v="0"/>
        <pc:sldMkLst>
          <pc:docMk/>
          <pc:sldMk cId="0" sldId="257"/>
        </pc:sldMkLst>
      </pc:sldChg>
      <pc:sldChg chg="add setBg">
        <pc:chgData name="Mohith Gowda" userId="b4b90a18e18ae693" providerId="LiveId" clId="{838CB942-1C41-464F-B544-30ED097653CC}" dt="2026-10-25T09:17:43.677" v="0"/>
        <pc:sldMkLst>
          <pc:docMk/>
          <pc:sldMk cId="0" sldId="258"/>
        </pc:sldMkLst>
      </pc:sldChg>
      <pc:sldChg chg="add setBg">
        <pc:chgData name="Mohith Gowda" userId="b4b90a18e18ae693" providerId="LiveId" clId="{838CB942-1C41-464F-B544-30ED097653CC}" dt="2026-10-25T09:17:43.677" v="0"/>
        <pc:sldMkLst>
          <pc:docMk/>
          <pc:sldMk cId="0" sldId="259"/>
        </pc:sldMkLst>
      </pc:sldChg>
      <pc:sldChg chg="add setBg">
        <pc:chgData name="Mohith Gowda" userId="b4b90a18e18ae693" providerId="LiveId" clId="{838CB942-1C41-464F-B544-30ED097653CC}" dt="2026-10-25T09:17:43.677" v="0"/>
        <pc:sldMkLst>
          <pc:docMk/>
          <pc:sldMk cId="0" sldId="260"/>
        </pc:sldMkLst>
      </pc:sldChg>
      <pc:sldChg chg="add setBg">
        <pc:chgData name="Mohith Gowda" userId="b4b90a18e18ae693" providerId="LiveId" clId="{838CB942-1C41-464F-B544-30ED097653CC}" dt="2026-10-25T09:17:43.677" v="0"/>
        <pc:sldMkLst>
          <pc:docMk/>
          <pc:sldMk cId="0" sldId="261"/>
        </pc:sldMkLst>
      </pc:sldChg>
      <pc:sldChg chg="add setBg">
        <pc:chgData name="Mohith Gowda" userId="b4b90a18e18ae693" providerId="LiveId" clId="{838CB942-1C41-464F-B544-30ED097653CC}" dt="2026-10-25T09:17:43.677" v="0"/>
        <pc:sldMkLst>
          <pc:docMk/>
          <pc:sldMk cId="0" sldId="262"/>
        </pc:sldMkLst>
      </pc:sldChg>
      <pc:sldChg chg="modSp add mod setBg">
        <pc:chgData name="Mohith Gowda" userId="b4b90a18e18ae693" providerId="LiveId" clId="{838CB942-1C41-464F-B544-30ED097653CC}" dt="2026-10-26T16:01:03.119" v="104" actId="20577"/>
        <pc:sldMkLst>
          <pc:docMk/>
          <pc:sldMk cId="0" sldId="263"/>
        </pc:sldMkLst>
        <pc:spChg chg="mod">
          <ac:chgData name="Mohith Gowda" userId="b4b90a18e18ae693" providerId="LiveId" clId="{838CB942-1C41-464F-B544-30ED097653CC}" dt="2026-10-26T16:01:03.119" v="104" actId="20577"/>
          <ac:spMkLst>
            <pc:docMk/>
            <pc:sldMk cId="0" sldId="263"/>
            <ac:spMk id="16" creationId="{00000000-0000-0000-0000-000000000000}"/>
          </ac:spMkLst>
        </pc:spChg>
      </pc:sldChg>
      <pc:sldChg chg="add setBg">
        <pc:chgData name="Mohith Gowda" userId="b4b90a18e18ae693" providerId="LiveId" clId="{838CB942-1C41-464F-B544-30ED097653CC}" dt="2026-10-25T09:17:43.677" v="0"/>
        <pc:sldMkLst>
          <pc:docMk/>
          <pc:sldMk cId="0" sldId="264"/>
        </pc:sldMkLst>
      </pc:sldChg>
      <pc:sldChg chg="modSp add mod setBg">
        <pc:chgData name="Mohith Gowda" userId="b4b90a18e18ae693" providerId="LiveId" clId="{838CB942-1C41-464F-B544-30ED097653CC}" dt="2026-10-26T16:08:31.853" v="111" actId="404"/>
        <pc:sldMkLst>
          <pc:docMk/>
          <pc:sldMk cId="0" sldId="265"/>
        </pc:sldMkLst>
        <pc:spChg chg="mod">
          <ac:chgData name="Mohith Gowda" userId="b4b90a18e18ae693" providerId="LiveId" clId="{838CB942-1C41-464F-B544-30ED097653CC}" dt="2026-10-26T16:08:31.853" v="111" actId="404"/>
          <ac:spMkLst>
            <pc:docMk/>
            <pc:sldMk cId="0" sldId="265"/>
            <ac:spMk id="27" creationId="{00000000-0000-0000-0000-000000000000}"/>
          </ac:spMkLst>
        </pc:spChg>
        <pc:spChg chg="mod">
          <ac:chgData name="Mohith Gowda" userId="b4b90a18e18ae693" providerId="LiveId" clId="{838CB942-1C41-464F-B544-30ED097653CC}" dt="2026-10-26T16:08:13.101" v="107" actId="403"/>
          <ac:spMkLst>
            <pc:docMk/>
            <pc:sldMk cId="0" sldId="265"/>
            <ac:spMk id="31" creationId="{00000000-0000-0000-0000-000000000000}"/>
          </ac:spMkLst>
        </pc:spChg>
      </pc:sldChg>
      <pc:sldChg chg="add del setBg">
        <pc:chgData name="Mohith Gowda" userId="b4b90a18e18ae693" providerId="LiveId" clId="{838CB942-1C41-464F-B544-30ED097653CC}" dt="2026-10-25T09:19:09.255" v="9"/>
        <pc:sldMkLst>
          <pc:docMk/>
          <pc:sldMk cId="0" sldId="266"/>
        </pc:sldMkLst>
      </pc:sldChg>
      <pc:sldChg chg="add setBg">
        <pc:chgData name="Mohith Gowda" userId="b4b90a18e18ae693" providerId="LiveId" clId="{838CB942-1C41-464F-B544-30ED097653CC}" dt="2026-10-25T09:17:43.677" v="0"/>
        <pc:sldMkLst>
          <pc:docMk/>
          <pc:sldMk cId="0" sldId="267"/>
        </pc:sldMkLst>
      </pc:sldChg>
      <pc:sldChg chg="add setBg">
        <pc:chgData name="Mohith Gowda" userId="b4b90a18e18ae693" providerId="LiveId" clId="{838CB942-1C41-464F-B544-30ED097653CC}" dt="2026-10-25T09:17:43.677" v="0"/>
        <pc:sldMkLst>
          <pc:docMk/>
          <pc:sldMk cId="0" sldId="268"/>
        </pc:sldMkLst>
      </pc:sldChg>
      <pc:sldChg chg="modSp add mod setBg">
        <pc:chgData name="Mohith Gowda" userId="b4b90a18e18ae693" providerId="LiveId" clId="{838CB942-1C41-464F-B544-30ED097653CC}" dt="2026-10-26T10:41:27.507" v="103" actId="404"/>
        <pc:sldMkLst>
          <pc:docMk/>
          <pc:sldMk cId="0" sldId="269"/>
        </pc:sldMkLst>
        <pc:spChg chg="mod">
          <ac:chgData name="Mohith Gowda" userId="b4b90a18e18ae693" providerId="LiveId" clId="{838CB942-1C41-464F-B544-30ED097653CC}" dt="2026-10-26T10:41:27.507" v="103" actId="404"/>
          <ac:spMkLst>
            <pc:docMk/>
            <pc:sldMk cId="0" sldId="269"/>
            <ac:spMk id="18" creationId="{00000000-0000-0000-0000-000000000000}"/>
          </ac:spMkLst>
        </pc:spChg>
      </pc:sldChg>
      <pc:sldChg chg="add setBg">
        <pc:chgData name="Mohith Gowda" userId="b4b90a18e18ae693" providerId="LiveId" clId="{838CB942-1C41-464F-B544-30ED097653CC}" dt="2026-10-25T09:17:43.677" v="0"/>
        <pc:sldMkLst>
          <pc:docMk/>
          <pc:sldMk cId="0" sldId="270"/>
        </pc:sldMkLst>
      </pc:sldChg>
      <pc:sldChg chg="add del setBg">
        <pc:chgData name="Mohith Gowda" userId="b4b90a18e18ae693" providerId="LiveId" clId="{838CB942-1C41-464F-B544-30ED097653CC}" dt="2026-10-25T09:56:12.298" v="18"/>
        <pc:sldMkLst>
          <pc:docMk/>
          <pc:sldMk cId="0" sldId="271"/>
        </pc:sldMkLst>
      </pc:sldChg>
      <pc:sldChg chg="add setBg">
        <pc:chgData name="Mohith Gowda" userId="b4b90a18e18ae693" providerId="LiveId" clId="{838CB942-1C41-464F-B544-30ED097653CC}" dt="2026-10-25T09:17:43.677" v="0"/>
        <pc:sldMkLst>
          <pc:docMk/>
          <pc:sldMk cId="0" sldId="272"/>
        </pc:sldMkLst>
      </pc:sldChg>
      <pc:sldChg chg="modSp add mod setBg">
        <pc:chgData name="Mohith Gowda" userId="b4b90a18e18ae693" providerId="LiveId" clId="{838CB942-1C41-464F-B544-30ED097653CC}" dt="2026-10-26T05:08:14.016" v="27" actId="255"/>
        <pc:sldMkLst>
          <pc:docMk/>
          <pc:sldMk cId="0" sldId="273"/>
        </pc:sldMkLst>
        <pc:spChg chg="mod">
          <ac:chgData name="Mohith Gowda" userId="b4b90a18e18ae693" providerId="LiveId" clId="{838CB942-1C41-464F-B544-30ED097653CC}" dt="2026-10-26T05:08:07.122" v="26" actId="255"/>
          <ac:spMkLst>
            <pc:docMk/>
            <pc:sldMk cId="0" sldId="273"/>
            <ac:spMk id="14" creationId="{00000000-0000-0000-0000-000000000000}"/>
          </ac:spMkLst>
        </pc:spChg>
        <pc:spChg chg="mod">
          <ac:chgData name="Mohith Gowda" userId="b4b90a18e18ae693" providerId="LiveId" clId="{838CB942-1C41-464F-B544-30ED097653CC}" dt="2026-10-26T05:08:14.016" v="27" actId="255"/>
          <ac:spMkLst>
            <pc:docMk/>
            <pc:sldMk cId="0" sldId="273"/>
            <ac:spMk id="21" creationId="{00000000-0000-0000-0000-000000000000}"/>
          </ac:spMkLst>
        </pc:spChg>
      </pc:sldChg>
      <pc:sldChg chg="modSp add mod setBg">
        <pc:chgData name="Mohith Gowda" userId="b4b90a18e18ae693" providerId="LiveId" clId="{838CB942-1C41-464F-B544-30ED097653CC}" dt="2026-10-26T05:08:44.456" v="31" actId="20577"/>
        <pc:sldMkLst>
          <pc:docMk/>
          <pc:sldMk cId="0" sldId="274"/>
        </pc:sldMkLst>
        <pc:spChg chg="mod">
          <ac:chgData name="Mohith Gowda" userId="b4b90a18e18ae693" providerId="LiveId" clId="{838CB942-1C41-464F-B544-30ED097653CC}" dt="2026-10-26T05:08:31.872" v="28" actId="255"/>
          <ac:spMkLst>
            <pc:docMk/>
            <pc:sldMk cId="0" sldId="274"/>
            <ac:spMk id="14" creationId="{00000000-0000-0000-0000-000000000000}"/>
          </ac:spMkLst>
        </pc:spChg>
        <pc:spChg chg="mod">
          <ac:chgData name="Mohith Gowda" userId="b4b90a18e18ae693" providerId="LiveId" clId="{838CB942-1C41-464F-B544-30ED097653CC}" dt="2026-10-26T05:08:44.456" v="31" actId="20577"/>
          <ac:spMkLst>
            <pc:docMk/>
            <pc:sldMk cId="0" sldId="274"/>
            <ac:spMk id="20" creationId="{00000000-0000-0000-0000-000000000000}"/>
          </ac:spMkLst>
        </pc:spChg>
      </pc:sldChg>
      <pc:sldChg chg="modSp add mod setBg">
        <pc:chgData name="Mohith Gowda" userId="b4b90a18e18ae693" providerId="LiveId" clId="{838CB942-1C41-464F-B544-30ED097653CC}" dt="2026-10-26T05:09:29.443" v="41" actId="404"/>
        <pc:sldMkLst>
          <pc:docMk/>
          <pc:sldMk cId="0" sldId="275"/>
        </pc:sldMkLst>
        <pc:spChg chg="mod">
          <ac:chgData name="Mohith Gowda" userId="b4b90a18e18ae693" providerId="LiveId" clId="{838CB942-1C41-464F-B544-30ED097653CC}" dt="2026-10-26T05:09:13.055" v="36" actId="403"/>
          <ac:spMkLst>
            <pc:docMk/>
            <pc:sldMk cId="0" sldId="275"/>
            <ac:spMk id="12" creationId="{00000000-0000-0000-0000-000000000000}"/>
          </ac:spMkLst>
        </pc:spChg>
        <pc:spChg chg="mod">
          <ac:chgData name="Mohith Gowda" userId="b4b90a18e18ae693" providerId="LiveId" clId="{838CB942-1C41-464F-B544-30ED097653CC}" dt="2026-10-26T05:09:06.901" v="33" actId="1076"/>
          <ac:spMkLst>
            <pc:docMk/>
            <pc:sldMk cId="0" sldId="275"/>
            <ac:spMk id="13" creationId="{00000000-0000-0000-0000-000000000000}"/>
          </ac:spMkLst>
        </pc:spChg>
        <pc:spChg chg="mod">
          <ac:chgData name="Mohith Gowda" userId="b4b90a18e18ae693" providerId="LiveId" clId="{838CB942-1C41-464F-B544-30ED097653CC}" dt="2026-10-26T05:09:06.901" v="33" actId="1076"/>
          <ac:spMkLst>
            <pc:docMk/>
            <pc:sldMk cId="0" sldId="275"/>
            <ac:spMk id="14" creationId="{00000000-0000-0000-0000-000000000000}"/>
          </ac:spMkLst>
        </pc:spChg>
        <pc:spChg chg="mod">
          <ac:chgData name="Mohith Gowda" userId="b4b90a18e18ae693" providerId="LiveId" clId="{838CB942-1C41-464F-B544-30ED097653CC}" dt="2026-10-26T05:09:06.901" v="33" actId="1076"/>
          <ac:spMkLst>
            <pc:docMk/>
            <pc:sldMk cId="0" sldId="275"/>
            <ac:spMk id="15" creationId="{00000000-0000-0000-0000-000000000000}"/>
          </ac:spMkLst>
        </pc:spChg>
        <pc:spChg chg="mod">
          <ac:chgData name="Mohith Gowda" userId="b4b90a18e18ae693" providerId="LiveId" clId="{838CB942-1C41-464F-B544-30ED097653CC}" dt="2026-10-26T05:09:17.434" v="38" actId="403"/>
          <ac:spMkLst>
            <pc:docMk/>
            <pc:sldMk cId="0" sldId="275"/>
            <ac:spMk id="19" creationId="{00000000-0000-0000-0000-000000000000}"/>
          </ac:spMkLst>
        </pc:spChg>
        <pc:spChg chg="mod">
          <ac:chgData name="Mohith Gowda" userId="b4b90a18e18ae693" providerId="LiveId" clId="{838CB942-1C41-464F-B544-30ED097653CC}" dt="2026-10-26T05:09:29.443" v="41" actId="404"/>
          <ac:spMkLst>
            <pc:docMk/>
            <pc:sldMk cId="0" sldId="275"/>
            <ac:spMk id="22" creationId="{00000000-0000-0000-0000-000000000000}"/>
          </ac:spMkLst>
        </pc:spChg>
      </pc:sldChg>
      <pc:sldChg chg="modSp add mod setBg">
        <pc:chgData name="Mohith Gowda" userId="b4b90a18e18ae693" providerId="LiveId" clId="{838CB942-1C41-464F-B544-30ED097653CC}" dt="2026-10-26T05:09:49.038" v="45" actId="20577"/>
        <pc:sldMkLst>
          <pc:docMk/>
          <pc:sldMk cId="0" sldId="276"/>
        </pc:sldMkLst>
        <pc:spChg chg="mod">
          <ac:chgData name="Mohith Gowda" userId="b4b90a18e18ae693" providerId="LiveId" clId="{838CB942-1C41-464F-B544-30ED097653CC}" dt="2026-10-26T05:09:49.038" v="45" actId="20577"/>
          <ac:spMkLst>
            <pc:docMk/>
            <pc:sldMk cId="0" sldId="276"/>
            <ac:spMk id="23" creationId="{00000000-0000-0000-0000-000000000000}"/>
          </ac:spMkLst>
        </pc:spChg>
      </pc:sldChg>
      <pc:sldChg chg="modSp add mod setBg">
        <pc:chgData name="Mohith Gowda" userId="b4b90a18e18ae693" providerId="LiveId" clId="{838CB942-1C41-464F-B544-30ED097653CC}" dt="2026-10-26T05:10:16.177" v="47" actId="403"/>
        <pc:sldMkLst>
          <pc:docMk/>
          <pc:sldMk cId="0" sldId="277"/>
        </pc:sldMkLst>
        <pc:spChg chg="mod">
          <ac:chgData name="Mohith Gowda" userId="b4b90a18e18ae693" providerId="LiveId" clId="{838CB942-1C41-464F-B544-30ED097653CC}" dt="2026-10-26T05:10:16.177" v="47" actId="403"/>
          <ac:spMkLst>
            <pc:docMk/>
            <pc:sldMk cId="0" sldId="277"/>
            <ac:spMk id="14" creationId="{00000000-0000-0000-0000-000000000000}"/>
          </ac:spMkLst>
        </pc:spChg>
      </pc:sldChg>
      <pc:sldChg chg="add setBg">
        <pc:chgData name="Mohith Gowda" userId="b4b90a18e18ae693" providerId="LiveId" clId="{838CB942-1C41-464F-B544-30ED097653CC}" dt="2026-10-25T09:17:43.677" v="0"/>
        <pc:sldMkLst>
          <pc:docMk/>
          <pc:sldMk cId="0" sldId="278"/>
        </pc:sldMkLst>
      </pc:sldChg>
      <pc:sldChg chg="modSp add mod setBg">
        <pc:chgData name="Mohith Gowda" userId="b4b90a18e18ae693" providerId="LiveId" clId="{838CB942-1C41-464F-B544-30ED097653CC}" dt="2026-10-26T05:10:42.244" v="51" actId="14100"/>
        <pc:sldMkLst>
          <pc:docMk/>
          <pc:sldMk cId="0" sldId="279"/>
        </pc:sldMkLst>
        <pc:spChg chg="mod">
          <ac:chgData name="Mohith Gowda" userId="b4b90a18e18ae693" providerId="LiveId" clId="{838CB942-1C41-464F-B544-30ED097653CC}" dt="2026-10-26T05:10:38.370" v="50" actId="14100"/>
          <ac:spMkLst>
            <pc:docMk/>
            <pc:sldMk cId="0" sldId="279"/>
            <ac:spMk id="35" creationId="{00000000-0000-0000-0000-000000000000}"/>
          </ac:spMkLst>
        </pc:spChg>
        <pc:spChg chg="mod">
          <ac:chgData name="Mohith Gowda" userId="b4b90a18e18ae693" providerId="LiveId" clId="{838CB942-1C41-464F-B544-30ED097653CC}" dt="2026-10-26T05:10:42.244" v="51" actId="14100"/>
          <ac:spMkLst>
            <pc:docMk/>
            <pc:sldMk cId="0" sldId="279"/>
            <ac:spMk id="36" creationId="{00000000-0000-0000-0000-000000000000}"/>
          </ac:spMkLst>
        </pc:spChg>
        <pc:spChg chg="mod">
          <ac:chgData name="Mohith Gowda" userId="b4b90a18e18ae693" providerId="LiveId" clId="{838CB942-1C41-464F-B544-30ED097653CC}" dt="2026-10-26T05:10:31.195" v="49" actId="1076"/>
          <ac:spMkLst>
            <pc:docMk/>
            <pc:sldMk cId="0" sldId="279"/>
            <ac:spMk id="37" creationId="{00000000-0000-0000-0000-000000000000}"/>
          </ac:spMkLst>
        </pc:spChg>
      </pc:sldChg>
      <pc:sldChg chg="modSp add mod setBg">
        <pc:chgData name="Mohith Gowda" userId="b4b90a18e18ae693" providerId="LiveId" clId="{838CB942-1C41-464F-B544-30ED097653CC}" dt="2026-10-26T05:14:41.466" v="92" actId="255"/>
        <pc:sldMkLst>
          <pc:docMk/>
          <pc:sldMk cId="0" sldId="280"/>
        </pc:sldMkLst>
        <pc:spChg chg="mod">
          <ac:chgData name="Mohith Gowda" userId="b4b90a18e18ae693" providerId="LiveId" clId="{838CB942-1C41-464F-B544-30ED097653CC}" dt="2026-10-26T05:14:41.466" v="92" actId="255"/>
          <ac:spMkLst>
            <pc:docMk/>
            <pc:sldMk cId="0" sldId="280"/>
            <ac:spMk id="14" creationId="{00000000-0000-0000-0000-000000000000}"/>
          </ac:spMkLst>
        </pc:spChg>
        <pc:spChg chg="mod">
          <ac:chgData name="Mohith Gowda" userId="b4b90a18e18ae693" providerId="LiveId" clId="{838CB942-1C41-464F-B544-30ED097653CC}" dt="2026-10-26T05:14:41.466" v="92" actId="255"/>
          <ac:spMkLst>
            <pc:docMk/>
            <pc:sldMk cId="0" sldId="280"/>
            <ac:spMk id="20" creationId="{00000000-0000-0000-0000-000000000000}"/>
          </ac:spMkLst>
        </pc:spChg>
      </pc:sldChg>
      <pc:sldChg chg="add setBg">
        <pc:chgData name="Mohith Gowda" userId="b4b90a18e18ae693" providerId="LiveId" clId="{838CB942-1C41-464F-B544-30ED097653CC}" dt="2026-10-25T09:17:43.677" v="0"/>
        <pc:sldMkLst>
          <pc:docMk/>
          <pc:sldMk cId="0" sldId="281"/>
        </pc:sldMkLst>
      </pc:sldChg>
      <pc:sldChg chg="modSp add mod setBg">
        <pc:chgData name="Mohith Gowda" userId="b4b90a18e18ae693" providerId="LiveId" clId="{838CB942-1C41-464F-B544-30ED097653CC}" dt="2026-10-26T05:11:17.745" v="56" actId="14100"/>
        <pc:sldMkLst>
          <pc:docMk/>
          <pc:sldMk cId="0" sldId="282"/>
        </pc:sldMkLst>
        <pc:spChg chg="mod">
          <ac:chgData name="Mohith Gowda" userId="b4b90a18e18ae693" providerId="LiveId" clId="{838CB942-1C41-464F-B544-30ED097653CC}" dt="2026-10-26T05:11:17.745" v="56" actId="14100"/>
          <ac:spMkLst>
            <pc:docMk/>
            <pc:sldMk cId="0" sldId="282"/>
            <ac:spMk id="9" creationId="{00000000-0000-0000-0000-000000000000}"/>
          </ac:spMkLst>
        </pc:spChg>
        <pc:spChg chg="mod">
          <ac:chgData name="Mohith Gowda" userId="b4b90a18e18ae693" providerId="LiveId" clId="{838CB942-1C41-464F-B544-30ED097653CC}" dt="2026-10-26T05:11:11.218" v="54" actId="14100"/>
          <ac:spMkLst>
            <pc:docMk/>
            <pc:sldMk cId="0" sldId="282"/>
            <ac:spMk id="12" creationId="{00000000-0000-0000-0000-000000000000}"/>
          </ac:spMkLst>
        </pc:spChg>
        <pc:spChg chg="mod">
          <ac:chgData name="Mohith Gowda" userId="b4b90a18e18ae693" providerId="LiveId" clId="{838CB942-1C41-464F-B544-30ED097653CC}" dt="2026-10-26T05:11:11.218" v="54" actId="14100"/>
          <ac:spMkLst>
            <pc:docMk/>
            <pc:sldMk cId="0" sldId="282"/>
            <ac:spMk id="13" creationId="{00000000-0000-0000-0000-000000000000}"/>
          </ac:spMkLst>
        </pc:spChg>
        <pc:spChg chg="mod">
          <ac:chgData name="Mohith Gowda" userId="b4b90a18e18ae693" providerId="LiveId" clId="{838CB942-1C41-464F-B544-30ED097653CC}" dt="2026-10-26T05:10:57.479" v="53" actId="403"/>
          <ac:spMkLst>
            <pc:docMk/>
            <pc:sldMk cId="0" sldId="282"/>
            <ac:spMk id="14" creationId="{00000000-0000-0000-0000-000000000000}"/>
          </ac:spMkLst>
        </pc:spChg>
      </pc:sldChg>
      <pc:sldChg chg="add setBg">
        <pc:chgData name="Mohith Gowda" userId="b4b90a18e18ae693" providerId="LiveId" clId="{838CB942-1C41-464F-B544-30ED097653CC}" dt="2026-10-25T09:17:43.677" v="0"/>
        <pc:sldMkLst>
          <pc:docMk/>
          <pc:sldMk cId="0" sldId="283"/>
        </pc:sldMkLst>
      </pc:sldChg>
      <pc:sldChg chg="add setBg">
        <pc:chgData name="Mohith Gowda" userId="b4b90a18e18ae693" providerId="LiveId" clId="{838CB942-1C41-464F-B544-30ED097653CC}" dt="2026-10-25T09:17:43.677" v="0"/>
        <pc:sldMkLst>
          <pc:docMk/>
          <pc:sldMk cId="0" sldId="284"/>
        </pc:sldMkLst>
      </pc:sldChg>
      <pc:sldChg chg="add setBg">
        <pc:chgData name="Mohith Gowda" userId="b4b90a18e18ae693" providerId="LiveId" clId="{838CB942-1C41-464F-B544-30ED097653CC}" dt="2026-10-25T09:17:43.677" v="0"/>
        <pc:sldMkLst>
          <pc:docMk/>
          <pc:sldMk cId="0" sldId="285"/>
        </pc:sldMkLst>
      </pc:sldChg>
      <pc:sldChg chg="add setBg">
        <pc:chgData name="Mohith Gowda" userId="b4b90a18e18ae693" providerId="LiveId" clId="{838CB942-1C41-464F-B544-30ED097653CC}" dt="2026-10-25T09:17:43.677" v="0"/>
        <pc:sldMkLst>
          <pc:docMk/>
          <pc:sldMk cId="0" sldId="286"/>
        </pc:sldMkLst>
      </pc:sldChg>
      <pc:sldChg chg="modSp add mod setBg">
        <pc:chgData name="Mohith Gowda" userId="b4b90a18e18ae693" providerId="LiveId" clId="{838CB942-1C41-464F-B544-30ED097653CC}" dt="2026-10-26T05:11:34.082" v="57" actId="255"/>
        <pc:sldMkLst>
          <pc:docMk/>
          <pc:sldMk cId="0" sldId="287"/>
        </pc:sldMkLst>
        <pc:spChg chg="mod">
          <ac:chgData name="Mohith Gowda" userId="b4b90a18e18ae693" providerId="LiveId" clId="{838CB942-1C41-464F-B544-30ED097653CC}" dt="2026-10-26T05:11:34.082" v="57" actId="255"/>
          <ac:spMkLst>
            <pc:docMk/>
            <pc:sldMk cId="0" sldId="287"/>
            <ac:spMk id="14" creationId="{00000000-0000-0000-0000-000000000000}"/>
          </ac:spMkLst>
        </pc:spChg>
      </pc:sldChg>
      <pc:sldChg chg="modSp add mod setBg">
        <pc:chgData name="Mohith Gowda" userId="b4b90a18e18ae693" providerId="LiveId" clId="{838CB942-1C41-464F-B544-30ED097653CC}" dt="2026-10-26T05:11:55.667" v="62" actId="403"/>
        <pc:sldMkLst>
          <pc:docMk/>
          <pc:sldMk cId="0" sldId="288"/>
        </pc:sldMkLst>
        <pc:spChg chg="mod">
          <ac:chgData name="Mohith Gowda" userId="b4b90a18e18ae693" providerId="LiveId" clId="{838CB942-1C41-464F-B544-30ED097653CC}" dt="2026-10-26T05:11:55.667" v="62" actId="403"/>
          <ac:spMkLst>
            <pc:docMk/>
            <pc:sldMk cId="0" sldId="288"/>
            <ac:spMk id="12" creationId="{00000000-0000-0000-0000-000000000000}"/>
          </ac:spMkLst>
        </pc:spChg>
        <pc:graphicFrameChg chg="modGraphic">
          <ac:chgData name="Mohith Gowda" userId="b4b90a18e18ae693" providerId="LiveId" clId="{838CB942-1C41-464F-B544-30ED097653CC}" dt="2026-10-26T05:11:46.379" v="60" actId="403"/>
          <ac:graphicFrameMkLst>
            <pc:docMk/>
            <pc:sldMk cId="0" sldId="288"/>
            <ac:graphicFrameMk id="34" creationId="{00000000-0000-0000-0000-000000000000}"/>
          </ac:graphicFrameMkLst>
        </pc:graphicFrameChg>
      </pc:sldChg>
      <pc:sldChg chg="modSp add mod setBg">
        <pc:chgData name="Mohith Gowda" userId="b4b90a18e18ae693" providerId="LiveId" clId="{838CB942-1C41-464F-B544-30ED097653CC}" dt="2026-10-26T05:12:22.649" v="71" actId="255"/>
        <pc:sldMkLst>
          <pc:docMk/>
          <pc:sldMk cId="0" sldId="289"/>
        </pc:sldMkLst>
        <pc:spChg chg="mod">
          <ac:chgData name="Mohith Gowda" userId="b4b90a18e18ae693" providerId="LiveId" clId="{838CB942-1C41-464F-B544-30ED097653CC}" dt="2026-10-26T05:12:07.541" v="66" actId="255"/>
          <ac:spMkLst>
            <pc:docMk/>
            <pc:sldMk cId="0" sldId="289"/>
            <ac:spMk id="14" creationId="{00000000-0000-0000-0000-000000000000}"/>
          </ac:spMkLst>
        </pc:spChg>
        <pc:spChg chg="mod">
          <ac:chgData name="Mohith Gowda" userId="b4b90a18e18ae693" providerId="LiveId" clId="{838CB942-1C41-464F-B544-30ED097653CC}" dt="2026-10-26T05:12:22.649" v="71" actId="255"/>
          <ac:spMkLst>
            <pc:docMk/>
            <pc:sldMk cId="0" sldId="289"/>
            <ac:spMk id="20" creationId="{00000000-0000-0000-0000-000000000000}"/>
          </ac:spMkLst>
        </pc:spChg>
      </pc:sldChg>
      <pc:sldChg chg="modSp add mod setBg">
        <pc:chgData name="Mohith Gowda" userId="b4b90a18e18ae693" providerId="LiveId" clId="{838CB942-1C41-464F-B544-30ED097653CC}" dt="2026-10-26T05:13:39.493" v="82" actId="403"/>
        <pc:sldMkLst>
          <pc:docMk/>
          <pc:sldMk cId="0" sldId="290"/>
        </pc:sldMkLst>
        <pc:spChg chg="mod">
          <ac:chgData name="Mohith Gowda" userId="b4b90a18e18ae693" providerId="LiveId" clId="{838CB942-1C41-464F-B544-30ED097653CC}" dt="2026-10-26T05:12:40.431" v="74" actId="255"/>
          <ac:spMkLst>
            <pc:docMk/>
            <pc:sldMk cId="0" sldId="290"/>
            <ac:spMk id="14" creationId="{00000000-0000-0000-0000-000000000000}"/>
          </ac:spMkLst>
        </pc:spChg>
        <pc:spChg chg="mod">
          <ac:chgData name="Mohith Gowda" userId="b4b90a18e18ae693" providerId="LiveId" clId="{838CB942-1C41-464F-B544-30ED097653CC}" dt="2026-10-26T05:13:04.920" v="76" actId="14100"/>
          <ac:spMkLst>
            <pc:docMk/>
            <pc:sldMk cId="0" sldId="290"/>
            <ac:spMk id="15" creationId="{00000000-0000-0000-0000-000000000000}"/>
          </ac:spMkLst>
        </pc:spChg>
        <pc:spChg chg="mod">
          <ac:chgData name="Mohith Gowda" userId="b4b90a18e18ae693" providerId="LiveId" clId="{838CB942-1C41-464F-B544-30ED097653CC}" dt="2026-10-26T05:13:17.236" v="77" actId="14100"/>
          <ac:spMkLst>
            <pc:docMk/>
            <pc:sldMk cId="0" sldId="290"/>
            <ac:spMk id="18" creationId="{00000000-0000-0000-0000-000000000000}"/>
          </ac:spMkLst>
        </pc:spChg>
        <pc:spChg chg="mod">
          <ac:chgData name="Mohith Gowda" userId="b4b90a18e18ae693" providerId="LiveId" clId="{838CB942-1C41-464F-B544-30ED097653CC}" dt="2026-10-26T05:13:17.236" v="77" actId="14100"/>
          <ac:spMkLst>
            <pc:docMk/>
            <pc:sldMk cId="0" sldId="290"/>
            <ac:spMk id="19" creationId="{00000000-0000-0000-0000-000000000000}"/>
          </ac:spMkLst>
        </pc:spChg>
        <pc:spChg chg="mod">
          <ac:chgData name="Mohith Gowda" userId="b4b90a18e18ae693" providerId="LiveId" clId="{838CB942-1C41-464F-B544-30ED097653CC}" dt="2026-10-26T05:13:31.085" v="79" actId="1076"/>
          <ac:spMkLst>
            <pc:docMk/>
            <pc:sldMk cId="0" sldId="290"/>
            <ac:spMk id="20" creationId="{00000000-0000-0000-0000-000000000000}"/>
          </ac:spMkLst>
        </pc:spChg>
        <pc:spChg chg="mod">
          <ac:chgData name="Mohith Gowda" userId="b4b90a18e18ae693" providerId="LiveId" clId="{838CB942-1C41-464F-B544-30ED097653CC}" dt="2026-10-26T05:13:39.493" v="82" actId="403"/>
          <ac:spMkLst>
            <pc:docMk/>
            <pc:sldMk cId="0" sldId="290"/>
            <ac:spMk id="23" creationId="{00000000-0000-0000-0000-000000000000}"/>
          </ac:spMkLst>
        </pc:spChg>
      </pc:sldChg>
      <pc:sldChg chg="modSp add mod setBg">
        <pc:chgData name="Mohith Gowda" userId="b4b90a18e18ae693" providerId="LiveId" clId="{838CB942-1C41-464F-B544-30ED097653CC}" dt="2026-10-26T05:14:05.891" v="87" actId="255"/>
        <pc:sldMkLst>
          <pc:docMk/>
          <pc:sldMk cId="0" sldId="291"/>
        </pc:sldMkLst>
        <pc:spChg chg="mod">
          <ac:chgData name="Mohith Gowda" userId="b4b90a18e18ae693" providerId="LiveId" clId="{838CB942-1C41-464F-B544-30ED097653CC}" dt="2026-10-26T05:13:55.467" v="83" actId="403"/>
          <ac:spMkLst>
            <pc:docMk/>
            <pc:sldMk cId="0" sldId="291"/>
            <ac:spMk id="14" creationId="{00000000-0000-0000-0000-000000000000}"/>
          </ac:spMkLst>
        </pc:spChg>
        <pc:spChg chg="mod">
          <ac:chgData name="Mohith Gowda" userId="b4b90a18e18ae693" providerId="LiveId" clId="{838CB942-1C41-464F-B544-30ED097653CC}" dt="2026-10-26T05:14:05.891" v="87" actId="255"/>
          <ac:spMkLst>
            <pc:docMk/>
            <pc:sldMk cId="0" sldId="291"/>
            <ac:spMk id="20" creationId="{00000000-0000-0000-0000-000000000000}"/>
          </ac:spMkLst>
        </pc:spChg>
      </pc:sldChg>
      <pc:sldChg chg="add setBg">
        <pc:chgData name="Mohith Gowda" userId="b4b90a18e18ae693" providerId="LiveId" clId="{838CB942-1C41-464F-B544-30ED097653CC}" dt="2026-10-25T09:17:43.677" v="0"/>
        <pc:sldMkLst>
          <pc:docMk/>
          <pc:sldMk cId="0" sldId="292"/>
        </pc:sldMkLst>
      </pc:sldChg>
      <pc:sldChg chg="modSp add mod setBg">
        <pc:chgData name="Mohith Gowda" userId="b4b90a18e18ae693" providerId="LiveId" clId="{838CB942-1C41-464F-B544-30ED097653CC}" dt="2026-10-26T05:14:14.252" v="88" actId="403"/>
        <pc:sldMkLst>
          <pc:docMk/>
          <pc:sldMk cId="0" sldId="293"/>
        </pc:sldMkLst>
        <pc:spChg chg="mod">
          <ac:chgData name="Mohith Gowda" userId="b4b90a18e18ae693" providerId="LiveId" clId="{838CB942-1C41-464F-B544-30ED097653CC}" dt="2026-10-26T05:14:14.252" v="88" actId="403"/>
          <ac:spMkLst>
            <pc:docMk/>
            <pc:sldMk cId="0" sldId="293"/>
            <ac:spMk id="18" creationId="{00000000-0000-0000-0000-000000000000}"/>
          </ac:spMkLst>
        </pc:spChg>
      </pc:sldChg>
      <pc:sldChg chg="add setBg">
        <pc:chgData name="Mohith Gowda" userId="b4b90a18e18ae693" providerId="LiveId" clId="{838CB942-1C41-464F-B544-30ED097653CC}" dt="2026-10-25T09:17:43.677" v="0"/>
        <pc:sldMkLst>
          <pc:docMk/>
          <pc:sldMk cId="0" sldId="294"/>
        </pc:sldMkLst>
      </pc:sldChg>
      <pc:sldChg chg="add setBg">
        <pc:chgData name="Mohith Gowda" userId="b4b90a18e18ae693" providerId="LiveId" clId="{838CB942-1C41-464F-B544-30ED097653CC}" dt="2026-10-25T09:17:43.677" v="0"/>
        <pc:sldMkLst>
          <pc:docMk/>
          <pc:sldMk cId="0" sldId="295"/>
        </pc:sldMkLst>
      </pc:sldChg>
      <pc:sldChg chg="add del setBg">
        <pc:chgData name="Mohith Gowda" userId="b4b90a18e18ae693" providerId="LiveId" clId="{838CB942-1C41-464F-B544-30ED097653CC}" dt="2026-10-25T09:18:33.317" v="3"/>
        <pc:sldMkLst>
          <pc:docMk/>
          <pc:sldMk cId="0" sldId="296"/>
        </pc:sldMkLst>
      </pc:sldChg>
      <pc:sldChg chg="add del setBg">
        <pc:chgData name="Mohith Gowda" userId="b4b90a18e18ae693" providerId="LiveId" clId="{838CB942-1C41-464F-B544-30ED097653CC}" dt="2026-10-25T09:18:54.726" v="6"/>
        <pc:sldMkLst>
          <pc:docMk/>
          <pc:sldMk cId="0" sldId="297"/>
        </pc:sldMkLst>
      </pc:sldChg>
      <pc:sldChg chg="add del setBg">
        <pc:chgData name="Mohith Gowda" userId="b4b90a18e18ae693" providerId="LiveId" clId="{838CB942-1C41-464F-B544-30ED097653CC}" dt="2026-10-25T09:19:25.771" v="12"/>
        <pc:sldMkLst>
          <pc:docMk/>
          <pc:sldMk cId="0" sldId="298"/>
        </pc:sldMkLst>
      </pc:sldChg>
      <pc:sldChg chg="add del setBg">
        <pc:chgData name="Mohith Gowda" userId="b4b90a18e18ae693" providerId="LiveId" clId="{838CB942-1C41-464F-B544-30ED097653CC}" dt="2026-10-25T09:19:41.893" v="15"/>
        <pc:sldMkLst>
          <pc:docMk/>
          <pc:sldMk cId="0" sldId="29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4918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206240"/>
            <a:ext cx="4023360" cy="402336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77440" y="-914400"/>
            <a:ext cx="3108960" cy="310896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5400"/>
          </a:p>
        </p:txBody>
      </p:sp>
      <p:sp>
        <p:nvSpPr>
          <p:cNvPr id="6" name="Text 4"/>
          <p:cNvSpPr/>
          <p:nvPr/>
        </p:nvSpPr>
        <p:spPr>
          <a:xfrm>
            <a:off x="640080" y="4389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Database  •  Express  •  Node.js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5394960" y="1371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LAB  •  FULL-STACK DEVELOPMENT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5394960" y="18288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Full-Stack Integration</a:t>
            </a:r>
            <a:endParaRPr lang="en-US" sz="4400"/>
          </a:p>
        </p:txBody>
      </p:sp>
      <p:sp>
        <p:nvSpPr>
          <p:cNvPr id="9" name="Shape 7"/>
          <p:cNvSpPr/>
          <p:nvPr/>
        </p:nvSpPr>
        <p:spPr>
          <a:xfrm>
            <a:off x="5394960" y="3703320"/>
            <a:ext cx="1097280" cy="640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3931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database fundamentals to a working web application</a:t>
            </a:r>
            <a:endParaRPr lang="en-US" sz="2000"/>
          </a:p>
        </p:txBody>
      </p:sp>
      <p:sp>
        <p:nvSpPr>
          <p:cNvPr id="11" name="Shape 9"/>
          <p:cNvSpPr/>
          <p:nvPr/>
        </p:nvSpPr>
        <p:spPr>
          <a:xfrm>
            <a:off x="5394960" y="4937760"/>
            <a:ext cx="1463040" cy="411480"/>
          </a:xfrm>
          <a:prstGeom prst="roundRect">
            <a:avLst>
              <a:gd name="adj" fmla="val 44444"/>
            </a:avLst>
          </a:prstGeom>
          <a:solidFill>
            <a:srgbClr val="E8F0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49377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vs NoSQL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6995160" y="4937760"/>
            <a:ext cx="1463040" cy="411480"/>
          </a:xfrm>
          <a:prstGeom prst="roundRect">
            <a:avLst>
              <a:gd name="adj" fmla="val 44444"/>
            </a:avLst>
          </a:prstGeom>
          <a:solidFill>
            <a:srgbClr val="E8F7EE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49377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&amp; Queries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8595360" y="4937760"/>
            <a:ext cx="1463040" cy="411480"/>
          </a:xfrm>
          <a:prstGeom prst="roundRect">
            <a:avLst>
              <a:gd name="adj" fmla="val 44444"/>
            </a:avLst>
          </a:prstGeom>
          <a:solidFill>
            <a:srgbClr val="F1EA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49377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10195560" y="4937760"/>
            <a:ext cx="1463040" cy="411480"/>
          </a:xfrm>
          <a:prstGeom prst="roundRect">
            <a:avLst>
              <a:gd name="adj" fmla="val 44444"/>
            </a:avLst>
          </a:prstGeom>
          <a:solidFill>
            <a:srgbClr val="FFF1E6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95560" y="49377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225296"/>
            <a:ext cx="822960" cy="54864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Full-Stack Integration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3515258" cy="2194560"/>
          </a:xfrm>
          <a:prstGeom prst="rect">
            <a:avLst/>
          </a:prstGeom>
          <a:solidFill>
            <a:srgbClr val="E8F0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373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/>
          </a:p>
        </p:txBody>
      </p:sp>
      <p:sp>
        <p:nvSpPr>
          <p:cNvPr id="11" name="Text 9"/>
          <p:cNvSpPr/>
          <p:nvPr/>
        </p:nvSpPr>
        <p:spPr>
          <a:xfrm>
            <a:off x="822960" y="24231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822960" y="28803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NoSQL, SQL vs NoSQL, MongoDB architecture, BSON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4338218" y="1508760"/>
            <a:ext cx="3515258" cy="2194560"/>
          </a:xfrm>
          <a:prstGeom prst="rect">
            <a:avLst/>
          </a:prstGeom>
          <a:solidFill>
            <a:srgbClr val="E8F7EE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2538" y="17373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/>
          </a:p>
        </p:txBody>
      </p:sp>
      <p:sp>
        <p:nvSpPr>
          <p:cNvPr id="15" name="Text 13"/>
          <p:cNvSpPr/>
          <p:nvPr/>
        </p:nvSpPr>
        <p:spPr>
          <a:xfrm>
            <a:off x="4612538" y="24231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2000"/>
          </a:p>
        </p:txBody>
      </p:sp>
      <p:sp>
        <p:nvSpPr>
          <p:cNvPr id="16" name="Text 14"/>
          <p:cNvSpPr/>
          <p:nvPr/>
        </p:nvSpPr>
        <p:spPr>
          <a:xfrm>
            <a:off x="4612538" y="28803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Installation, Atlas cloud, mongosh and Compass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8127797" y="1508760"/>
            <a:ext cx="3515258" cy="2194560"/>
          </a:xfrm>
          <a:prstGeom prst="rect">
            <a:avLst/>
          </a:prstGeom>
          <a:solidFill>
            <a:srgbClr val="F1EA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02117" y="17373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/>
          </a:p>
        </p:txBody>
      </p:sp>
      <p:sp>
        <p:nvSpPr>
          <p:cNvPr id="19" name="Text 17"/>
          <p:cNvSpPr/>
          <p:nvPr/>
        </p:nvSpPr>
        <p:spPr>
          <a:xfrm>
            <a:off x="8402117" y="24231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</a:t>
            </a:r>
            <a:endParaRPr lang="en-US" sz="2000"/>
          </a:p>
        </p:txBody>
      </p:sp>
      <p:sp>
        <p:nvSpPr>
          <p:cNvPr id="20" name="Text 18"/>
          <p:cNvSpPr/>
          <p:nvPr/>
        </p:nvSpPr>
        <p:spPr>
          <a:xfrm>
            <a:off x="8402117" y="28803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CRUD, operators, projections, update modifiers</a:t>
            </a:r>
            <a:endParaRPr lang="en-US" sz="1300"/>
          </a:p>
        </p:txBody>
      </p:sp>
      <p:sp>
        <p:nvSpPr>
          <p:cNvPr id="21" name="Shape 19"/>
          <p:cNvSpPr/>
          <p:nvPr/>
        </p:nvSpPr>
        <p:spPr>
          <a:xfrm>
            <a:off x="548640" y="4042610"/>
            <a:ext cx="5410048" cy="2194560"/>
          </a:xfrm>
          <a:prstGeom prst="rect">
            <a:avLst/>
          </a:prstGeom>
          <a:solidFill>
            <a:srgbClr val="E6F6F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251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/>
          </a:p>
        </p:txBody>
      </p:sp>
      <p:sp>
        <p:nvSpPr>
          <p:cNvPr id="23" name="Text 21"/>
          <p:cNvSpPr/>
          <p:nvPr/>
        </p:nvSpPr>
        <p:spPr>
          <a:xfrm>
            <a:off x="822960" y="493776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2000"/>
          </a:p>
        </p:txBody>
      </p:sp>
      <p:sp>
        <p:nvSpPr>
          <p:cNvPr id="24" name="Text 22"/>
          <p:cNvSpPr/>
          <p:nvPr/>
        </p:nvSpPr>
        <p:spPr>
          <a:xfrm>
            <a:off x="822960" y="5394960"/>
            <a:ext cx="486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stages, $group, $unwind, $lookup</a:t>
            </a:r>
            <a:endParaRPr lang="en-US" sz="1300"/>
          </a:p>
        </p:txBody>
      </p:sp>
      <p:sp>
        <p:nvSpPr>
          <p:cNvPr id="25" name="Shape 23"/>
          <p:cNvSpPr/>
          <p:nvPr/>
        </p:nvSpPr>
        <p:spPr>
          <a:xfrm>
            <a:off x="6233008" y="4023360"/>
            <a:ext cx="5410048" cy="2194560"/>
          </a:xfrm>
          <a:prstGeom prst="rect">
            <a:avLst/>
          </a:prstGeom>
          <a:solidFill>
            <a:srgbClr val="FDECE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07328" y="4251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/>
          </a:p>
        </p:txBody>
      </p:sp>
      <p:sp>
        <p:nvSpPr>
          <p:cNvPr id="27" name="Text 25"/>
          <p:cNvSpPr/>
          <p:nvPr/>
        </p:nvSpPr>
        <p:spPr>
          <a:xfrm>
            <a:off x="6507328" y="493776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2000"/>
          </a:p>
        </p:txBody>
      </p:sp>
      <p:sp>
        <p:nvSpPr>
          <p:cNvPr id="28" name="Text 26"/>
          <p:cNvSpPr/>
          <p:nvPr/>
        </p:nvSpPr>
        <p:spPr>
          <a:xfrm>
            <a:off x="6507328" y="5394960"/>
            <a:ext cx="486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API, driver, frontend fetch, live demo</a:t>
            </a:r>
            <a:endParaRPr lang="en-US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280160"/>
            <a:ext cx="5486400" cy="54864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566160"/>
            <a:ext cx="4114800" cy="41148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65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kumimoji="0" lang="en-US" sz="7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kumimoji="0" lang="en-US" sz="4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NoSQL exists, how it differs from SQL, and how MongoDB stores data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Data Storage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225296"/>
            <a:ext cx="8229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Full-Stack Integration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2567864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508760"/>
            <a:ext cx="2567864" cy="8229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69164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Files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777240" y="2148840"/>
            <a:ext cx="211066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Era: </a:t>
            </a: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1960s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files on disk or tape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duplication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query language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concurrent access</a:t>
            </a:r>
            <a:endParaRPr lang="en-US" sz="2000"/>
          </a:p>
        </p:txBody>
      </p:sp>
      <p:sp>
        <p:nvSpPr>
          <p:cNvPr id="13" name="Shape 11"/>
          <p:cNvSpPr/>
          <p:nvPr/>
        </p:nvSpPr>
        <p:spPr>
          <a:xfrm>
            <a:off x="3390824" y="1508760"/>
            <a:ext cx="2567864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90824" y="1508760"/>
            <a:ext cx="2567864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9424" y="169164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(SQL)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3619424" y="2148840"/>
            <a:ext cx="211066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Era: </a:t>
            </a: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 onward</a:t>
            </a:r>
            <a:endParaRPr lang="en-US" sz="18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by E.F. Codd</a:t>
            </a:r>
            <a:endParaRPr lang="en-US" sz="18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rows, columns</a:t>
            </a:r>
            <a:endParaRPr lang="en-US" sz="18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transactions</a:t>
            </a:r>
            <a:endParaRPr lang="en-US" sz="18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schema, vertical scale</a:t>
            </a:r>
            <a:endParaRPr lang="en-US" sz="1800"/>
          </a:p>
        </p:txBody>
      </p:sp>
      <p:sp>
        <p:nvSpPr>
          <p:cNvPr id="17" name="Shape 15"/>
          <p:cNvSpPr/>
          <p:nvPr/>
        </p:nvSpPr>
        <p:spPr>
          <a:xfrm>
            <a:off x="6233008" y="1508760"/>
            <a:ext cx="2567864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33008" y="1508760"/>
            <a:ext cx="2567864" cy="8229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1608" y="169164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6461608" y="2148840"/>
            <a:ext cx="211066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Era: </a:t>
            </a: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 onward</a:t>
            </a:r>
            <a:endParaRPr lang="en-US" sz="18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web-scale apps</a:t>
            </a:r>
            <a:endParaRPr lang="en-US" sz="18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Document, key-value, column, graph</a:t>
            </a:r>
            <a:endParaRPr lang="en-US" sz="18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schema</a:t>
            </a:r>
            <a:endParaRPr lang="en-US" sz="18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scale-out</a:t>
            </a:r>
            <a:endParaRPr lang="en-US" sz="1800"/>
          </a:p>
        </p:txBody>
      </p:sp>
      <p:sp>
        <p:nvSpPr>
          <p:cNvPr id="21" name="Shape 19"/>
          <p:cNvSpPr/>
          <p:nvPr/>
        </p:nvSpPr>
        <p:spPr>
          <a:xfrm>
            <a:off x="9075191" y="1508760"/>
            <a:ext cx="2567864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75191" y="1508760"/>
            <a:ext cx="2567864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03791" y="169164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Polyglot</a:t>
            </a:r>
            <a:endParaRPr lang="en-US" sz="1600"/>
          </a:p>
        </p:txBody>
      </p:sp>
      <p:sp>
        <p:nvSpPr>
          <p:cNvPr id="24" name="Text 22"/>
          <p:cNvSpPr/>
          <p:nvPr/>
        </p:nvSpPr>
        <p:spPr>
          <a:xfrm>
            <a:off x="9303791" y="2148840"/>
            <a:ext cx="211066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5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</a:t>
            </a:r>
            <a:r>
              <a:rPr lang="en-US" sz="16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the right tools</a:t>
            </a:r>
            <a:endParaRPr lang="en-US" sz="165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for ledgers and billing</a:t>
            </a:r>
            <a:endParaRPr lang="en-US" sz="165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for catalogs, profiles, events</a:t>
            </a:r>
            <a:endParaRPr lang="en-US" sz="165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Multi-document transactions</a:t>
            </a:r>
            <a:endParaRPr lang="en-US" sz="165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for AI</a:t>
            </a:r>
            <a:endParaRPr lang="en-US" sz="16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Teams Move Beyond Rigid Tables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225296"/>
            <a:ext cx="8229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Full-Stack Integration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538718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508760"/>
            <a:ext cx="5387188" cy="822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69164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of relational design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777240" y="2148840"/>
            <a:ext cx="492998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Impedance mismatch: </a:t>
            </a: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works with nested objects, SQL stores flat tables joined at read time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schema: </a:t>
            </a: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TABLE on millions of rows is slow and risky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scaling: </a:t>
            </a: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means a bigger, costlier single server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cost: </a:t>
            </a: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joins get expensive as data grows</a:t>
            </a:r>
            <a:endParaRPr lang="en-US" sz="2000"/>
          </a:p>
        </p:txBody>
      </p:sp>
      <p:sp>
        <p:nvSpPr>
          <p:cNvPr id="13" name="Shape 11"/>
          <p:cNvSpPr/>
          <p:nvPr/>
        </p:nvSpPr>
        <p:spPr>
          <a:xfrm>
            <a:off x="6255868" y="1508760"/>
            <a:ext cx="538718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55868" y="1508760"/>
            <a:ext cx="5387188" cy="8229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84468" y="169164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document model offers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484468" y="2148840"/>
            <a:ext cx="492998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mapping: </a:t>
            </a: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in code is a document in the database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schema: </a:t>
            </a: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fields without migrations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Scale-out: </a:t>
            </a: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 spreads data across many servers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availability: </a:t>
            </a: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sets fail over automatically</a:t>
            </a:r>
            <a:endParaRPr 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vs NoSQL: Side by Side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225296"/>
            <a:ext cx="8229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Full-Stack Integration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48640" y="1508760"/>
          <a:ext cx="11091672" cy="43891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Relational (MySQL / PostgreSQL)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(MongoDB)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unit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Tables with rows and columns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Collections of JSON/BSON documents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Fixed, defined up front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Flexible, validation optional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keys and JOIN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 documents or $lookup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Scaling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vertical (bigger machine)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(sharding)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ACID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ACID per document, multi-document transactions available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language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MQL and the aggregation pipeline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Banking, accounting, heavy joins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Catalogs, events, content, IoT, real-time apps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 Mapping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225296"/>
            <a:ext cx="8229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Full-Stack Integration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48640" y="1508760"/>
          <a:ext cx="11091672" cy="43891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term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term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in our project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campusconnect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events, registrations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studentName: "Aarav", event: "Robotics" }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studentName, email, status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_id (ObjectId)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ObjectId("671a5b82...")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or $lookup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dietaryNeeds: { vegetarian: true }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(B-tree)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email: 1, event: 1 } unique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MongoDB?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225296"/>
            <a:ext cx="8229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Full-Stack Integration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538718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508760"/>
            <a:ext cx="5387188" cy="8229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69164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ideas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777240" y="2148840"/>
            <a:ext cx="492998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database: 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flexible, JSON-like documents</a:t>
            </a:r>
            <a:endParaRPr lang="en-US" sz="18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b="1" dirty="0" err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WiredTiger</a:t>
            </a:r>
            <a:r>
              <a:rPr lang="en-US" sz="18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engine: 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document-level locking and built-in compression</a:t>
            </a:r>
            <a:endParaRPr lang="en-US" sz="18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sets: 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primary and several secondaries for failover</a:t>
            </a:r>
            <a:endParaRPr lang="en-US" sz="18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Sharding: 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 data across servers for scale</a:t>
            </a:r>
            <a:endParaRPr lang="en-US" sz="18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queries: 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filters, indexes, aggregation, text and geo search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55868" y="1508760"/>
            <a:ext cx="538718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55868" y="1508760"/>
            <a:ext cx="5387188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84468" y="169164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hierarchy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484468" y="2148840"/>
            <a:ext cx="492998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Cluster: </a:t>
            </a: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servers running </a:t>
            </a:r>
            <a:r>
              <a:rPr lang="en-US" sz="2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20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</a:t>
            </a: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container of collections (</a:t>
            </a:r>
            <a:r>
              <a:rPr lang="en-US" sz="2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campusconnect</a:t>
            </a: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0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 </a:t>
            </a: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of documents, like a table</a:t>
            </a:r>
            <a:endParaRPr lang="en-US" sz="20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Document: </a:t>
            </a: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made of field-value pairs</a:t>
            </a:r>
            <a:endParaRPr lang="en-US" sz="20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Field: </a:t>
            </a: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value, array or nested document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vs BSON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225296"/>
            <a:ext cx="8229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Full-Stack Integration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538718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508760"/>
            <a:ext cx="5387188" cy="8229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69164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is limited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777240" y="2148840"/>
            <a:ext cx="492998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six types: string, number, boolean, object, array, null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date, 64-bit integer, decimal or binary type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must be scanned character by character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Verbose when stored at scale</a:t>
            </a:r>
            <a:endParaRPr lang="en-US" sz="2000"/>
          </a:p>
        </p:txBody>
      </p:sp>
      <p:sp>
        <p:nvSpPr>
          <p:cNvPr id="13" name="Shape 11"/>
          <p:cNvSpPr/>
          <p:nvPr/>
        </p:nvSpPr>
        <p:spPr>
          <a:xfrm>
            <a:off x="6255868" y="1508760"/>
            <a:ext cx="538718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55868" y="1508760"/>
            <a:ext cx="5387188" cy="8229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84468" y="169164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BSON is built for databases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484468" y="2148840"/>
            <a:ext cx="492998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format: </a:t>
            </a: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and fast to encode and decode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prefixes: </a:t>
            </a: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can skip fields it does not need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types: </a:t>
            </a: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ObjectId, Int32, Int64, Decimal128, BinData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Drivers: </a:t>
            </a: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BSON to native language objects automatically</a:t>
            </a:r>
            <a:endParaRPr lang="en-US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an ObjectId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225296"/>
            <a:ext cx="8229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Full-Stack Integration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3515258" cy="1463040"/>
          </a:xfrm>
          <a:prstGeom prst="rect">
            <a:avLst/>
          </a:prstGeom>
          <a:solidFill>
            <a:srgbClr val="E8F0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4592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bytes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2200"/>
          </a:p>
        </p:txBody>
      </p:sp>
      <p:sp>
        <p:nvSpPr>
          <p:cNvPr id="12" name="Text 10"/>
          <p:cNvSpPr/>
          <p:nvPr/>
        </p:nvSpPr>
        <p:spPr>
          <a:xfrm>
            <a:off x="548640" y="246888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since Unix epoch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38218" y="1508760"/>
            <a:ext cx="3515258" cy="1463040"/>
          </a:xfrm>
          <a:prstGeom prst="rect">
            <a:avLst/>
          </a:prstGeom>
          <a:solidFill>
            <a:srgbClr val="E8F7EE"/>
          </a:solidFill>
          <a:ln w="19050">
            <a:solidFill>
              <a:srgbClr val="13A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8218" y="164592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3A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bytes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4338218" y="201168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value</a:t>
            </a:r>
            <a:endParaRPr lang="en-US" sz="2200"/>
          </a:p>
        </p:txBody>
      </p:sp>
      <p:sp>
        <p:nvSpPr>
          <p:cNvPr id="16" name="Text 14"/>
          <p:cNvSpPr/>
          <p:nvPr/>
        </p:nvSpPr>
        <p:spPr>
          <a:xfrm>
            <a:off x="4338218" y="246888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per machine and process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8127797" y="1508760"/>
            <a:ext cx="3515258" cy="1463040"/>
          </a:xfrm>
          <a:prstGeom prst="rect">
            <a:avLst/>
          </a:prstGeom>
          <a:solidFill>
            <a:srgbClr val="F1EA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7797" y="164592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bytes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8127797" y="201168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</a:t>
            </a:r>
            <a:endParaRPr lang="en-US" sz="2200"/>
          </a:p>
        </p:txBody>
      </p:sp>
      <p:sp>
        <p:nvSpPr>
          <p:cNvPr id="20" name="Text 18"/>
          <p:cNvSpPr/>
          <p:nvPr/>
        </p:nvSpPr>
        <p:spPr>
          <a:xfrm>
            <a:off x="8127797" y="246888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Increments for each new id</a:t>
            </a:r>
            <a:endParaRPr lang="en-US" sz="1300"/>
          </a:p>
        </p:txBody>
      </p:sp>
      <p:sp>
        <p:nvSpPr>
          <p:cNvPr id="21" name="Shape 19"/>
          <p:cNvSpPr/>
          <p:nvPr/>
        </p:nvSpPr>
        <p:spPr>
          <a:xfrm>
            <a:off x="548640" y="3200400"/>
            <a:ext cx="11094415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200400"/>
            <a:ext cx="64008" cy="868680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310128"/>
            <a:ext cx="1072865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 err="1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ObjectId</a:t>
            </a:r>
            <a:r>
              <a:rPr lang="en-US" sz="16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("671a5b82 9d43ef12ab 000001")   // 12 bytes = 24 hex characters</a:t>
            </a:r>
            <a:endParaRPr lang="en-US" sz="1600" dirty="0"/>
          </a:p>
          <a:p>
            <a:pPr marL="0" indent="0">
              <a:buNone/>
            </a:pPr>
            <a:r>
              <a:rPr lang="en-US" sz="1600" dirty="0" err="1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ObjectId</a:t>
            </a:r>
            <a:r>
              <a:rPr lang="en-US" sz="16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("671a5b829d43ef12ab000001").</a:t>
            </a:r>
            <a:r>
              <a:rPr lang="en-US" sz="1600" dirty="0" err="1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getTimestamp</a:t>
            </a:r>
            <a:r>
              <a:rPr lang="en-US" sz="16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// creation time for free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4297680"/>
            <a:ext cx="541004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297680"/>
            <a:ext cx="5410048" cy="8229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48056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777240" y="4937760"/>
            <a:ext cx="49528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sort roughly by creation time</a:t>
            </a:r>
            <a:endParaRPr lang="en-US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the driver, no central counter</a:t>
            </a:r>
            <a:endParaRPr lang="en-US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across many servers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233008" y="4297680"/>
            <a:ext cx="541004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33008" y="4297680"/>
            <a:ext cx="5410048" cy="8229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61608" y="448056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question</a:t>
            </a:r>
            <a:endParaRPr lang="en-US" sz="1600"/>
          </a:p>
        </p:txBody>
      </p:sp>
      <p:sp>
        <p:nvSpPr>
          <p:cNvPr id="31" name="Text 29"/>
          <p:cNvSpPr/>
          <p:nvPr/>
        </p:nvSpPr>
        <p:spPr>
          <a:xfrm>
            <a:off x="6461608" y="4937760"/>
            <a:ext cx="49528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auto-increment numbers? A single counter becomes a bottleneck in a distributed cluster. </a:t>
            </a:r>
            <a:r>
              <a:rPr lang="en-US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ObjectIds</a:t>
            </a: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be created on any server without coordination.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A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280160"/>
            <a:ext cx="5486400" cy="54864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566160"/>
            <a:ext cx="4114800" cy="41148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65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kumimoji="0" lang="en-US" sz="7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Tooling</a:t>
            </a:r>
            <a:endParaRPr kumimoji="0" lang="en-US" sz="4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Install MongoDB, connect to Atlas, and meet the tools you will use daily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MongoDB Locally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225296"/>
            <a:ext cx="822960" cy="54864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Full-Stack Integration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351525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508760"/>
            <a:ext cx="3515258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69164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777240" y="2148840"/>
            <a:ext cx="305805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Community Server (.msi) from mongodb.com/try/download/community</a:t>
            </a:r>
            <a:endParaRPr lang="en-US" sz="18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Complete setup</a:t>
            </a:r>
            <a:endParaRPr lang="en-US" sz="18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Install as a Service</a:t>
            </a:r>
            <a:endParaRPr lang="en-US" sz="18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Install MongoDB Compass</a:t>
            </a:r>
            <a:endParaRPr lang="en-US" sz="18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Get-Service MongoDB</a:t>
            </a:r>
            <a:endParaRPr lang="en-US" sz="1800"/>
          </a:p>
        </p:txBody>
      </p:sp>
      <p:sp>
        <p:nvSpPr>
          <p:cNvPr id="13" name="Shape 11"/>
          <p:cNvSpPr/>
          <p:nvPr/>
        </p:nvSpPr>
        <p:spPr>
          <a:xfrm>
            <a:off x="4338218" y="1508760"/>
            <a:ext cx="351525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38218" y="1508760"/>
            <a:ext cx="3515258" cy="8229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6818" y="169164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4566818" y="2148840"/>
            <a:ext cx="305805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with Homebrew: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 tap mongodb/brew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 install mongodb-community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 services start mongodb-community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port: 27017</a:t>
            </a:r>
            <a:endParaRPr lang="en-US" sz="2000"/>
          </a:p>
        </p:txBody>
      </p:sp>
      <p:sp>
        <p:nvSpPr>
          <p:cNvPr id="17" name="Shape 15"/>
          <p:cNvSpPr/>
          <p:nvPr/>
        </p:nvSpPr>
        <p:spPr>
          <a:xfrm>
            <a:off x="8127797" y="1508760"/>
            <a:ext cx="351525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27797" y="1508760"/>
            <a:ext cx="3515258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56397" y="169164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(Ubuntu)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8356397" y="2148840"/>
            <a:ext cx="305805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MongoDB apt repository</a:t>
            </a:r>
            <a:endParaRPr lang="en-US" sz="18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apt-get install -y mongodb-org</a:t>
            </a:r>
            <a:endParaRPr lang="en-US" sz="18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systemctl start mongod</a:t>
            </a:r>
            <a:endParaRPr lang="en-US" sz="18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systemctl enable mongod</a:t>
            </a:r>
            <a:endParaRPr lang="en-US" sz="18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systemctl status mongod</a:t>
            </a:r>
            <a:endParaRPr lang="en-US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Installation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225296"/>
            <a:ext cx="822960" cy="54864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Full-Stack Integration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538718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508760"/>
            <a:ext cx="5387188" cy="8229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69164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from the shell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777240" y="2148840"/>
            <a:ext cx="4929988" cy="3931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148840"/>
            <a:ext cx="64008" cy="3931920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2258568"/>
            <a:ext cx="4564228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 the MongoDB shell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mongosh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/>
          </a:p>
          <a:p>
            <a:pPr marL="0" indent="0">
              <a:buNone/>
            </a:pPr>
            <a:r>
              <a:rPr lang="en-US" sz="16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Inside mongosh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db.version()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dbs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campusconnect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collections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6255868" y="1508760"/>
            <a:ext cx="538718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55868" y="1508760"/>
            <a:ext cx="5387188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4468" y="169164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6484468" y="2148840"/>
            <a:ext cx="492998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URI: </a:t>
            </a: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mongodb://localhost:27017</a:t>
            </a:r>
            <a:endParaRPr lang="en-US" sz="18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db.version(): </a:t>
            </a: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the server version, for example 7.x or 8.x</a:t>
            </a:r>
            <a:endParaRPr lang="en-US" sz="18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dbs: </a:t>
            </a: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admin, config and local by default</a:t>
            </a:r>
            <a:endParaRPr lang="en-US" sz="18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&lt;name&gt;: </a:t>
            </a: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databases; a database is created on first write</a:t>
            </a:r>
            <a:endParaRPr lang="en-US" sz="18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connecting? </a:t>
            </a: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the MongoDB service is running</a:t>
            </a:r>
            <a:endParaRPr lang="en-US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Atlas: Managed Cloud Database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225296"/>
            <a:ext cx="822960" cy="54864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Full-Stack Integration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538718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508760"/>
            <a:ext cx="5387188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69164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 to a free cluster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777240" y="2148840"/>
            <a:ext cx="492998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Sign up </a:t>
            </a: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mongodb.com/atlas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Create a cluster: </a:t>
            </a: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free M0 tier and a nearby region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Add a database user </a:t>
            </a: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username and strong password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Allow network access: </a:t>
            </a: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IP, or 0.0.0.0/0 for a lab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Connect: </a:t>
            </a: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Node.js connection string</a:t>
            </a:r>
            <a:endParaRPr lang="en-US" sz="2000"/>
          </a:p>
        </p:txBody>
      </p:sp>
      <p:sp>
        <p:nvSpPr>
          <p:cNvPr id="13" name="Shape 11"/>
          <p:cNvSpPr/>
          <p:nvPr/>
        </p:nvSpPr>
        <p:spPr>
          <a:xfrm>
            <a:off x="6255868" y="1508760"/>
            <a:ext cx="538718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55868" y="1508760"/>
            <a:ext cx="5387188" cy="8229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84468" y="169164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the connection (.env)</a:t>
            </a:r>
            <a:endParaRPr lang="en-US" sz="1600"/>
          </a:p>
        </p:txBody>
      </p:sp>
      <p:sp>
        <p:nvSpPr>
          <p:cNvPr id="16" name="Shape 14"/>
          <p:cNvSpPr/>
          <p:nvPr/>
        </p:nvSpPr>
        <p:spPr>
          <a:xfrm>
            <a:off x="6484468" y="2148840"/>
            <a:ext cx="4929988" cy="3931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84468" y="2148840"/>
            <a:ext cx="64008" cy="3931920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85636" y="2258568"/>
            <a:ext cx="4564228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.env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MONGODB_URI=</a:t>
            </a:r>
            <a:r>
              <a:rPr lang="en-US" sz="2000" dirty="0" err="1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mongodb+srv</a:t>
            </a:r>
            <a:r>
              <a:rPr lang="en-US" sz="2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://&lt;user&gt;:&lt;pass&gt;@cluster0.mongodb.net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DB_NAME=</a:t>
            </a:r>
            <a:r>
              <a:rPr lang="en-US" sz="2000" dirty="0" err="1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campusconnect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PORT=3000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Never commit .env to Git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.env to .</a:t>
            </a:r>
            <a:r>
              <a:rPr lang="en-US" sz="2000" i="1" dirty="0" err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gitignore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mongosh, Compass and Atlas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225296"/>
            <a:ext cx="822960" cy="54864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Full-Stack Integration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351525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508760"/>
            <a:ext cx="3515258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69164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mongosh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777240" y="2148840"/>
            <a:ext cx="305805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JavaScript shell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queries and admin commands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scripts and quick checks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 mongosh</a:t>
            </a:r>
            <a:endParaRPr lang="en-US" sz="2000"/>
          </a:p>
        </p:txBody>
      </p:sp>
      <p:sp>
        <p:nvSpPr>
          <p:cNvPr id="13" name="Shape 11"/>
          <p:cNvSpPr/>
          <p:nvPr/>
        </p:nvSpPr>
        <p:spPr>
          <a:xfrm>
            <a:off x="4338218" y="1508760"/>
            <a:ext cx="351525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38218" y="1508760"/>
            <a:ext cx="3515258" cy="8229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6818" y="169164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Compass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4566818" y="2148840"/>
            <a:ext cx="305805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desktop GUI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edit and filter documents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aggregation builder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and explain-plan views</a:t>
            </a:r>
            <a:endParaRPr lang="en-US" sz="2000"/>
          </a:p>
        </p:txBody>
      </p:sp>
      <p:sp>
        <p:nvSpPr>
          <p:cNvPr id="17" name="Shape 15"/>
          <p:cNvSpPr/>
          <p:nvPr/>
        </p:nvSpPr>
        <p:spPr>
          <a:xfrm>
            <a:off x="8127797" y="1508760"/>
            <a:ext cx="351525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27797" y="1508760"/>
            <a:ext cx="3515258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56397" y="169164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8356397" y="2148840"/>
            <a:ext cx="305805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cloud service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backups and monitoring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M0 tier for learning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and triggers</a:t>
            </a:r>
            <a:endParaRPr lang="en-US"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280160"/>
            <a:ext cx="5486400" cy="54864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566160"/>
            <a:ext cx="4114800" cy="41148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65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7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Querying with MongoDB</a:t>
            </a:r>
            <a:endParaRPr kumimoji="0" lang="en-US" sz="4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operations, operators, projections and safe updates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Create: insertOne and insertMany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225296"/>
            <a:ext cx="8229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Full-Stack Integration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60350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508760"/>
            <a:ext cx="6035040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6916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777240" y="2148840"/>
            <a:ext cx="5577840" cy="3931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148840"/>
            <a:ext cx="64008" cy="3931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2258568"/>
            <a:ext cx="521208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Insert one document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db.registrations.insertOne({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studentName: "Aarav Sharma",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email: "aarav@college.edu",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event: "Robotics Workshop",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year: 3,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interests: ["robotics", "iot"],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dietaryNeeds: { vegetarian: true },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status: "pending",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createdAt: new Date()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/>
          </a:p>
          <a:p>
            <a:pPr marL="0" indent="0">
              <a:buNone/>
            </a:pPr>
            <a:r>
              <a:rPr lang="en-US" sz="16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Insert many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db.events.insertMany([ { ... }, { ... } ])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6903720" y="1508760"/>
            <a:ext cx="4739335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03720" y="1508760"/>
            <a:ext cx="4739335" cy="8229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1691640"/>
            <a:ext cx="4282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know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7132320" y="2148840"/>
            <a:ext cx="428213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9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_id: </a:t>
            </a:r>
            <a:r>
              <a:rPr lang="en-US" sz="1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 adds an ObjectId if you omit it</a:t>
            </a:r>
            <a:endParaRPr lang="en-US" sz="19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9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acknowledged: true and the insertedId</a:t>
            </a:r>
            <a:endParaRPr lang="en-US" sz="19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9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inserts: </a:t>
            </a:r>
            <a:r>
              <a:rPr lang="en-US" sz="1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insertMany stops on the first error by default; use { ordered: false } to continue</a:t>
            </a:r>
            <a:endParaRPr lang="en-US" sz="19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9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Flexible: </a:t>
            </a:r>
            <a:r>
              <a:rPr lang="en-US" sz="1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in one collection can have different fields</a:t>
            </a:r>
            <a:endParaRPr lang="en-US" sz="1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find, filters and projections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225296"/>
            <a:ext cx="8229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Full-Stack Integration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538718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508760"/>
            <a:ext cx="5387188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69164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and project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777240" y="2158465"/>
            <a:ext cx="4929988" cy="3931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148840"/>
            <a:ext cx="64008" cy="3931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2258568"/>
            <a:ext cx="4564228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All documents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db.registrations.find({})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/>
          </a:p>
          <a:p>
            <a:pPr marL="0" indent="0">
              <a:buNone/>
            </a:pPr>
            <a:r>
              <a:rPr lang="en-US" sz="15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Exact match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db.registrations.find({ event: "Cultural Night" })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/>
          </a:p>
          <a:p>
            <a:pPr marL="0" indent="0">
              <a:buNone/>
            </a:pPr>
            <a:r>
              <a:rPr lang="en-US" sz="15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Projection: 1 include, 0 exclude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db.registrations.find(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event: "Cultural Night" },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studentName: 1, email: 1, _id: 0 }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/>
          </a:p>
          <a:p>
            <a:pPr marL="0" indent="0">
              <a:buNone/>
            </a:pPr>
            <a:r>
              <a:rPr lang="en-US" sz="15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One document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db.registrations.findOne({ email: "aarav@college.edu" })</a:t>
            </a:r>
            <a:endParaRPr lang="en-US" sz="1500"/>
          </a:p>
        </p:txBody>
      </p:sp>
      <p:sp>
        <p:nvSpPr>
          <p:cNvPr id="15" name="Shape 13"/>
          <p:cNvSpPr/>
          <p:nvPr/>
        </p:nvSpPr>
        <p:spPr>
          <a:xfrm>
            <a:off x="6255868" y="1508760"/>
            <a:ext cx="538718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55868" y="1508760"/>
            <a:ext cx="5387188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4468" y="169164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Sort, paginate, count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6484468" y="2148840"/>
            <a:ext cx="49299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find() returns a cursor. Chain methods to shape the result:</a:t>
            </a:r>
            <a:endParaRPr lang="en-US" sz="1300"/>
          </a:p>
        </p:txBody>
      </p:sp>
      <p:sp>
        <p:nvSpPr>
          <p:cNvPr id="19" name="Shape 17"/>
          <p:cNvSpPr/>
          <p:nvPr/>
        </p:nvSpPr>
        <p:spPr>
          <a:xfrm>
            <a:off x="6484468" y="2743200"/>
            <a:ext cx="4929988" cy="3337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84468" y="2743200"/>
            <a:ext cx="64008" cy="3337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85636" y="2852928"/>
            <a:ext cx="456422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db.registrations.find({})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.sort({ createdAt: -1 })   // newest first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.skip(10)                  // skip 10 (page 2)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.limit(10)                 // take 10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/>
          </a:p>
          <a:p>
            <a:pPr marL="0" indent="0">
              <a:buNone/>
            </a:pPr>
            <a:r>
              <a:rPr lang="en-US" sz="15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Count matches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db.registrations.countDocuments({ year: 3 })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/>
          </a:p>
          <a:p>
            <a:pPr marL="0" indent="0">
              <a:buNone/>
            </a:pPr>
            <a:r>
              <a:rPr lang="en-US" sz="15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Node.js: convert cursor to array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collection.find({}).toArray()</a:t>
            </a:r>
            <a:endParaRPr lang="en-US" sz="15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Operators: Comparison and Logical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225296"/>
            <a:ext cx="8229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Full-Stack Integration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538718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508760"/>
            <a:ext cx="5387188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69164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777240" y="2148840"/>
            <a:ext cx="4929988" cy="3931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148840"/>
            <a:ext cx="64008" cy="3931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2258568"/>
            <a:ext cx="4564228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$</a:t>
            </a:r>
            <a:r>
              <a:rPr lang="en-US" sz="15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</a:t>
            </a:r>
            <a:r>
              <a:rPr lang="en-US" sz="1500" i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$</a:t>
            </a:r>
            <a:r>
              <a:rPr lang="en-US" sz="15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gte</a:t>
            </a:r>
            <a:r>
              <a:rPr lang="en-US" sz="1500" i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$</a:t>
            </a:r>
            <a:r>
              <a:rPr lang="en-US" sz="15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</a:t>
            </a:r>
            <a:r>
              <a:rPr lang="en-US" sz="1500" i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$</a:t>
            </a:r>
            <a:r>
              <a:rPr lang="en-US" sz="15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lte</a:t>
            </a:r>
            <a:endParaRPr lang="en-US" sz="1500" dirty="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db.events.find</a:t>
            </a:r>
            <a:r>
              <a:rPr lang="en-US" sz="15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 fee: { $</a:t>
            </a: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</a:t>
            </a:r>
            <a:r>
              <a:rPr lang="en-US" sz="15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0, $</a:t>
            </a: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lte</a:t>
            </a:r>
            <a:r>
              <a:rPr lang="en-US" sz="15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150 } })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$ne  not equal</a:t>
            </a:r>
            <a:endParaRPr lang="en-US" sz="1500" dirty="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db.registrations.find</a:t>
            </a:r>
            <a:r>
              <a:rPr lang="en-US" sz="15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status: { $ne: "cancelled" }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$in / $</a:t>
            </a:r>
            <a:r>
              <a:rPr lang="en-US" sz="15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nin</a:t>
            </a:r>
            <a:r>
              <a:rPr lang="en-US" sz="1500" i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match a list</a:t>
            </a:r>
            <a:endParaRPr lang="en-US" sz="1500" dirty="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db.registrations.find</a:t>
            </a:r>
            <a:r>
              <a:rPr lang="en-US" sz="15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status: { $in: ["confirmed", "waitlisted"] }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55868" y="1508760"/>
            <a:ext cx="538718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55868" y="1508760"/>
            <a:ext cx="5387188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4468" y="169164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600"/>
          </a:p>
        </p:txBody>
      </p:sp>
      <p:sp>
        <p:nvSpPr>
          <p:cNvPr id="18" name="Shape 16"/>
          <p:cNvSpPr/>
          <p:nvPr/>
        </p:nvSpPr>
        <p:spPr>
          <a:xfrm>
            <a:off x="6484468" y="2148840"/>
            <a:ext cx="4929988" cy="3931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84468" y="2148840"/>
            <a:ext cx="64008" cy="3931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5636" y="2258568"/>
            <a:ext cx="4564228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$or: any condition can match</a:t>
            </a:r>
            <a:endParaRPr lang="en-US" sz="1500" dirty="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db.registrations.find</a:t>
            </a:r>
            <a:r>
              <a:rPr lang="en-US" sz="15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$or: [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year: 1 },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</a:t>
            </a: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dietaryNeeds.vegetarian</a:t>
            </a:r>
            <a:r>
              <a:rPr lang="en-US" sz="15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true }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Multiple fields = implicit AND</a:t>
            </a:r>
            <a:endParaRPr lang="en-US" sz="1500" dirty="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db.registrations.find</a:t>
            </a:r>
            <a:r>
              <a:rPr lang="en-US" sz="15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 year: 3, status: "confirmed" })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$and: same field twice</a:t>
            </a:r>
            <a:endParaRPr lang="en-US" sz="1500" dirty="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db.events.find</a:t>
            </a:r>
            <a:r>
              <a:rPr lang="en-US" sz="15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 $and: [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fee: { $</a:t>
            </a: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gte</a:t>
            </a:r>
            <a:r>
              <a:rPr lang="en-US" sz="15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50 } }, { fee: { $</a:t>
            </a: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lte</a:t>
            </a:r>
            <a:r>
              <a:rPr lang="en-US" sz="15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200 } } ] })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Regex, Arrays and Nested Fields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225296"/>
            <a:ext cx="8229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Full-Stack Integration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538718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508760"/>
            <a:ext cx="5387188" cy="8229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69164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search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777240" y="2097553"/>
            <a:ext cx="49299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live event search in our app works: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777240" y="2472855"/>
            <a:ext cx="4929988" cy="3337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472855"/>
            <a:ext cx="64008" cy="33375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2582583"/>
            <a:ext cx="456422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Case-insensitive partial match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db.registrations.find({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event: { $regex: "robotics", $options: "i" }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/>
          </a:p>
          <a:p>
            <a:pPr marL="0" indent="0">
              <a:buNone/>
            </a:pPr>
            <a:r>
              <a:rPr lang="en-US" sz="14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Starts with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db.registrations.find({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studentName: { $regex: "^Aar", $options: "i" }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/>
          </a:p>
          <a:p>
            <a:pPr marL="0" indent="0">
              <a:buNone/>
            </a:pPr>
            <a:r>
              <a:rPr lang="en-US" sz="14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Field exists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db.registrations.find({ city: { $exists: true } })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6255868" y="1508760"/>
            <a:ext cx="538718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5868" y="1508760"/>
            <a:ext cx="5387188" cy="8229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84468" y="169164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and subdocuments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6484468" y="2148840"/>
            <a:ext cx="49299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inside arrays and nested objects:</a:t>
            </a:r>
            <a:endParaRPr lang="en-US" sz="1600"/>
          </a:p>
        </p:txBody>
      </p:sp>
      <p:sp>
        <p:nvSpPr>
          <p:cNvPr id="20" name="Shape 18"/>
          <p:cNvSpPr/>
          <p:nvPr/>
        </p:nvSpPr>
        <p:spPr>
          <a:xfrm>
            <a:off x="6484468" y="2743200"/>
            <a:ext cx="4929988" cy="3337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84468" y="2743200"/>
            <a:ext cx="64008" cy="3337560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85636" y="2852928"/>
            <a:ext cx="456422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Array contains a value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db.registrations.find({ interests: "Cloud" })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/>
          </a:p>
          <a:p>
            <a:pPr marL="0" indent="0">
              <a:buNone/>
            </a:pPr>
            <a:r>
              <a:rPr lang="en-US" sz="14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Array contains all values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db.registrations.find({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interests: { $all: ["Robotics", "Cloud"] }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/>
          </a:p>
          <a:p>
            <a:pPr marL="0" indent="0">
              <a:buNone/>
            </a:pPr>
            <a:r>
              <a:rPr lang="en-US" sz="14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Nested field: dot notation in quotes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db.registrations.find({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"dietaryNeeds.vegetarian": true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Update: Always Use Operators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225296"/>
            <a:ext cx="8229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Full-Stack Integration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538718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508760"/>
            <a:ext cx="5387188" cy="822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69164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mistake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777240" y="2148840"/>
            <a:ext cx="4929988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148840"/>
            <a:ext cx="64008" cy="1828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2258568"/>
            <a:ext cx="456422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Wrong: replaces the whole document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db.registrations.replaceOne(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_id: id },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status: "confirmed" }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/>
          </a:p>
          <a:p>
            <a:pPr marL="0" indent="0">
              <a:buNone/>
            </a:pPr>
            <a:r>
              <a:rPr lang="en-US" sz="16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name, email, event... are all gone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777240" y="4160520"/>
            <a:ext cx="4929988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160520"/>
            <a:ext cx="64008" cy="1554480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270248"/>
            <a:ext cx="45642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Right: change only one field</a:t>
            </a:r>
            <a:endParaRPr lang="en-US" sz="1550"/>
          </a:p>
          <a:p>
            <a:pPr marL="0" indent="0">
              <a:buNone/>
            </a:pPr>
            <a:r>
              <a:rPr lang="en-US" sz="155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db.registrations.updateOne(</a:t>
            </a:r>
            <a:endParaRPr lang="en-US" sz="1550"/>
          </a:p>
          <a:p>
            <a:pPr marL="0" indent="0">
              <a:buNone/>
            </a:pPr>
            <a:r>
              <a:rPr lang="en-US" sz="155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_id: new ObjectId(id) },</a:t>
            </a:r>
            <a:endParaRPr lang="en-US" sz="1550"/>
          </a:p>
          <a:p>
            <a:pPr marL="0" indent="0">
              <a:buNone/>
            </a:pPr>
            <a:r>
              <a:rPr lang="en-US" sz="155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$set: { status: "confirmed" } }</a:t>
            </a:r>
            <a:endParaRPr lang="en-US" sz="1550"/>
          </a:p>
          <a:p>
            <a:pPr marL="0" indent="0">
              <a:buNone/>
            </a:pPr>
            <a:r>
              <a:rPr lang="en-US" sz="155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50"/>
          </a:p>
        </p:txBody>
      </p:sp>
      <p:sp>
        <p:nvSpPr>
          <p:cNvPr id="18" name="Shape 16"/>
          <p:cNvSpPr/>
          <p:nvPr/>
        </p:nvSpPr>
        <p:spPr>
          <a:xfrm>
            <a:off x="6255868" y="1508760"/>
            <a:ext cx="538718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55868" y="1508760"/>
            <a:ext cx="5387188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84468" y="169164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operators</a:t>
            </a:r>
            <a:endParaRPr lang="en-US" sz="1600"/>
          </a:p>
        </p:txBody>
      </p:sp>
      <p:sp>
        <p:nvSpPr>
          <p:cNvPr id="21" name="Shape 19"/>
          <p:cNvSpPr/>
          <p:nvPr/>
        </p:nvSpPr>
        <p:spPr>
          <a:xfrm>
            <a:off x="6484468" y="2148840"/>
            <a:ext cx="4929988" cy="3931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84468" y="2148840"/>
            <a:ext cx="64008" cy="3931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85636" y="2258568"/>
            <a:ext cx="4564228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$inc  add to a number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$inc: { feePaid: 50 } }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/>
          </a:p>
          <a:p>
            <a:pPr marL="0" indent="0">
              <a:buNone/>
            </a:pPr>
            <a:r>
              <a:rPr lang="en-US" sz="15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$push  append to an array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$push: { interests: "AI" } }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/>
          </a:p>
          <a:p>
            <a:pPr marL="0" indent="0">
              <a:buNone/>
            </a:pPr>
            <a:r>
              <a:rPr lang="en-US" sz="15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$pull  remove from an array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$pull: { interests: "Java" } }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/>
          </a:p>
          <a:p>
            <a:pPr marL="0" indent="0">
              <a:buNone/>
            </a:pPr>
            <a:r>
              <a:rPr lang="en-US" sz="15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$unset  remove a field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$unset: { city: "" } }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/>
          </a:p>
          <a:p>
            <a:pPr marL="0" indent="0">
              <a:buNone/>
            </a:pPr>
            <a:r>
              <a:rPr lang="en-US" sz="15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updateMany for many documents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db.registrations.updateMany(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status: "pending" },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$set: { status: "confirmed" } })</a:t>
            </a:r>
            <a:endParaRPr lang="en-US" sz="15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Safely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225296"/>
            <a:ext cx="8229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Full-Stack Integration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538718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508760"/>
            <a:ext cx="5387188" cy="822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69164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777240" y="2148840"/>
            <a:ext cx="4929988" cy="3931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148840"/>
            <a:ext cx="64008" cy="3931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2258568"/>
            <a:ext cx="4564228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One document by _id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db.registrations.deleteOne({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_id: new ObjectId("671a5b829d43ef12ab000001")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600"/>
          </a:p>
          <a:p>
            <a:pPr marL="0" indent="0">
              <a:buNone/>
            </a:pPr>
            <a:r>
              <a:rPr lang="en-US" sz="16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{ acknowledged: true, deletedCount: 1 }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/>
          </a:p>
          <a:p>
            <a:pPr marL="0" indent="0">
              <a:buNone/>
            </a:pPr>
            <a:r>
              <a:rPr lang="en-US" sz="16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Many documents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db.registrations.deleteMany({ status: "cancelled" })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/>
          </a:p>
          <a:p>
            <a:pPr marL="0" indent="0">
              <a:buNone/>
            </a:pPr>
            <a:r>
              <a:rPr lang="en-US" sz="16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Remove the whole collection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db.registrations.drop()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6255868" y="1508760"/>
            <a:ext cx="538718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55868" y="1508760"/>
            <a:ext cx="5387188" cy="8229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4468" y="169164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practice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6484468" y="2148840"/>
            <a:ext cx="492998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b="1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first: </a:t>
            </a: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find() with the same filter before deleteMany()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b="1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delete: </a:t>
            </a: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isDeleted: true and deletedAt instead of removing data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b="1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Backups: </a:t>
            </a: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backups before bulk operations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b="1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Permissions: </a:t>
            </a: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applications only the access they need</a:t>
            </a:r>
            <a:endParaRPr lang="en-US"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91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280160"/>
            <a:ext cx="5486400" cy="54864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566160"/>
            <a:ext cx="4114800" cy="41148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65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kumimoji="0" lang="en-US" sz="7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Pipeline</a:t>
            </a:r>
            <a:endParaRPr kumimoji="0" lang="en-US" sz="4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Turn raw documents into analytics inside the database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Pipeline Works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225296"/>
            <a:ext cx="82296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Full-Stack Integration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1828800" cy="1097280"/>
          </a:xfrm>
          <a:prstGeom prst="rect">
            <a:avLst/>
          </a:prstGeom>
          <a:solidFill>
            <a:srgbClr val="F8FAFC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91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54864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documents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2377440" y="1783080"/>
            <a:ext cx="4876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/>
          </a:p>
        </p:txBody>
      </p:sp>
      <p:sp>
        <p:nvSpPr>
          <p:cNvPr id="13" name="Shape 11"/>
          <p:cNvSpPr/>
          <p:nvPr/>
        </p:nvSpPr>
        <p:spPr>
          <a:xfrm>
            <a:off x="2865044" y="1508760"/>
            <a:ext cx="1828800" cy="1097280"/>
          </a:xfrm>
          <a:prstGeom prst="rect">
            <a:avLst/>
          </a:prstGeom>
          <a:solidFill>
            <a:srgbClr val="E8F0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65044" y="1691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$match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2865044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4693844" y="1783080"/>
            <a:ext cx="4876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/>
          </a:p>
        </p:txBody>
      </p:sp>
      <p:sp>
        <p:nvSpPr>
          <p:cNvPr id="17" name="Shape 15"/>
          <p:cNvSpPr/>
          <p:nvPr/>
        </p:nvSpPr>
        <p:spPr>
          <a:xfrm>
            <a:off x="5181448" y="1508760"/>
            <a:ext cx="1828800" cy="1097280"/>
          </a:xfrm>
          <a:prstGeom prst="rect">
            <a:avLst/>
          </a:prstGeom>
          <a:solidFill>
            <a:srgbClr val="E8F7EE"/>
          </a:solidFill>
          <a:ln w="19050">
            <a:solidFill>
              <a:srgbClr val="13AA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81448" y="1691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3A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$group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5181448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7010248" y="1783080"/>
            <a:ext cx="4876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/>
          </a:p>
        </p:txBody>
      </p:sp>
      <p:sp>
        <p:nvSpPr>
          <p:cNvPr id="21" name="Shape 19"/>
          <p:cNvSpPr/>
          <p:nvPr/>
        </p:nvSpPr>
        <p:spPr>
          <a:xfrm>
            <a:off x="7497851" y="1508760"/>
            <a:ext cx="1828800" cy="1097280"/>
          </a:xfrm>
          <a:prstGeom prst="rect">
            <a:avLst/>
          </a:prstGeom>
          <a:solidFill>
            <a:srgbClr val="F1EA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7851" y="1691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$sort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7497851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300"/>
          </a:p>
        </p:txBody>
      </p:sp>
      <p:sp>
        <p:nvSpPr>
          <p:cNvPr id="24" name="Text 22"/>
          <p:cNvSpPr/>
          <p:nvPr/>
        </p:nvSpPr>
        <p:spPr>
          <a:xfrm>
            <a:off x="9326651" y="1783080"/>
            <a:ext cx="4876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/>
          </a:p>
        </p:txBody>
      </p:sp>
      <p:sp>
        <p:nvSpPr>
          <p:cNvPr id="25" name="Shape 23"/>
          <p:cNvSpPr/>
          <p:nvPr/>
        </p:nvSpPr>
        <p:spPr>
          <a:xfrm>
            <a:off x="9814255" y="1508760"/>
            <a:ext cx="1828800" cy="1097280"/>
          </a:xfrm>
          <a:prstGeom prst="rect">
            <a:avLst/>
          </a:prstGeom>
          <a:solidFill>
            <a:srgbClr val="FFF1E6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14255" y="1691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9814255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output</a:t>
            </a:r>
            <a:endParaRPr lang="en-US" sz="1300"/>
          </a:p>
        </p:txBody>
      </p:sp>
      <p:sp>
        <p:nvSpPr>
          <p:cNvPr id="28" name="Shape 26"/>
          <p:cNvSpPr/>
          <p:nvPr/>
        </p:nvSpPr>
        <p:spPr>
          <a:xfrm>
            <a:off x="548640" y="2971800"/>
            <a:ext cx="538718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2971800"/>
            <a:ext cx="5387188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315468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the pipeline</a:t>
            </a:r>
            <a:endParaRPr lang="en-US" sz="1600"/>
          </a:p>
        </p:txBody>
      </p:sp>
      <p:sp>
        <p:nvSpPr>
          <p:cNvPr id="31" name="Text 29"/>
          <p:cNvSpPr/>
          <p:nvPr/>
        </p:nvSpPr>
        <p:spPr>
          <a:xfrm>
            <a:off x="777240" y="3611880"/>
            <a:ext cx="49299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7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inside the database engine, close to the data</a:t>
            </a:r>
            <a:endParaRPr lang="en-US" sz="17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7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back a few summary rows instead of thousands of documents</a:t>
            </a:r>
            <a:endParaRPr lang="en-US" sz="17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7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feeds the next, like Unix pipes</a:t>
            </a:r>
            <a:endParaRPr lang="en-US" sz="17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7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$match early to reduce work</a:t>
            </a:r>
            <a:endParaRPr lang="en-US" sz="1700"/>
          </a:p>
        </p:txBody>
      </p:sp>
      <p:sp>
        <p:nvSpPr>
          <p:cNvPr id="32" name="Shape 30"/>
          <p:cNvSpPr/>
          <p:nvPr/>
        </p:nvSpPr>
        <p:spPr>
          <a:xfrm>
            <a:off x="6255868" y="2971800"/>
            <a:ext cx="538718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55868" y="2971800"/>
            <a:ext cx="5387188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84468" y="315468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equivalent</a:t>
            </a:r>
            <a:endParaRPr lang="en-US" sz="1600"/>
          </a:p>
        </p:txBody>
      </p:sp>
      <p:sp>
        <p:nvSpPr>
          <p:cNvPr id="35" name="Shape 33"/>
          <p:cNvSpPr/>
          <p:nvPr/>
        </p:nvSpPr>
        <p:spPr>
          <a:xfrm>
            <a:off x="6484468" y="3520440"/>
            <a:ext cx="4929988" cy="2560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84468" y="3520440"/>
            <a:ext cx="64008" cy="2560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85636" y="3630168"/>
            <a:ext cx="4564228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SQL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event, COUNT(*) AS total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registrations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event ORDER BY total DESC;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/>
          </a:p>
          <a:p>
            <a:pPr marL="0" indent="0">
              <a:buNone/>
            </a:pPr>
            <a:r>
              <a:rPr lang="en-US" sz="14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MongoDB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db.registrations.aggregate([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$group: { _id: "$event", total: { $sum: 1 } } },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$sort: { total: -1 } }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Stages: $match, $group, $sort, $project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225296"/>
            <a:ext cx="82296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Full-Stack Integration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538718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508760"/>
            <a:ext cx="5387188" cy="8229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69164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and group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777240" y="2148840"/>
            <a:ext cx="4929988" cy="3931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148840"/>
            <a:ext cx="64008" cy="3931920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2258568"/>
            <a:ext cx="4564228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db.registrations.aggregate([</a:t>
            </a:r>
            <a:endParaRPr lang="en-US" sz="1700"/>
          </a:p>
          <a:p>
            <a:pPr marL="0" indent="0">
              <a:buNone/>
            </a:pPr>
            <a:r>
              <a:rPr lang="en-US" sz="17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keep only active registrations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$match: { status: { $ne: "cancelled" } } },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/>
          </a:p>
          <a:p>
            <a:pPr marL="0" indent="0">
              <a:buNone/>
            </a:pPr>
            <a:r>
              <a:rPr lang="en-US" sz="17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group by department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$group: {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_id: "$department",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students: { $sum: 1 },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avgFee: { $avg: "$feePaid" },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names: { $push: "$studentName" }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}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700"/>
          </a:p>
        </p:txBody>
      </p:sp>
      <p:sp>
        <p:nvSpPr>
          <p:cNvPr id="15" name="Shape 13"/>
          <p:cNvSpPr/>
          <p:nvPr/>
        </p:nvSpPr>
        <p:spPr>
          <a:xfrm>
            <a:off x="6255868" y="1508760"/>
            <a:ext cx="538718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55868" y="1508760"/>
            <a:ext cx="5387188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4468" y="169164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and reshape</a:t>
            </a:r>
            <a:endParaRPr lang="en-US" sz="1600"/>
          </a:p>
        </p:txBody>
      </p:sp>
      <p:sp>
        <p:nvSpPr>
          <p:cNvPr id="18" name="Shape 16"/>
          <p:cNvSpPr/>
          <p:nvPr/>
        </p:nvSpPr>
        <p:spPr>
          <a:xfrm>
            <a:off x="6484468" y="2148840"/>
            <a:ext cx="4929988" cy="3931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84468" y="2148840"/>
            <a:ext cx="64008" cy="3931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5636" y="2258568"/>
            <a:ext cx="4564228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db.registrations.aggregate([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$group: { _id: "$event", total: { $sum: 1 } } },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/>
          </a:p>
          <a:p>
            <a:pPr marL="0" indent="0">
              <a:buNone/>
            </a:pPr>
            <a:r>
              <a:rPr lang="en-US" sz="17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order by popularity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$sort: { total: -1 } },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/>
          </a:p>
          <a:p>
            <a:pPr marL="0" indent="0">
              <a:buNone/>
            </a:pPr>
            <a:r>
              <a:rPr lang="en-US" sz="17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rename and tidy the output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$project: {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_id: 0,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eventName: "$_id",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signups: "$total"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}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7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Stages: $unwind and $lookup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225296"/>
            <a:ext cx="82296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Full-Stack Integration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538718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508760"/>
            <a:ext cx="5387188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69164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$unwind: one document per array item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777240" y="2148840"/>
            <a:ext cx="49299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interests across all students: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777240" y="2743200"/>
            <a:ext cx="4929988" cy="3337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743200"/>
            <a:ext cx="64008" cy="3337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2852928"/>
            <a:ext cx="456422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db.registrations.aggregate([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$unwind: "$interests" },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$group: {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_id: "$interests",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count: { $sum: 1 }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},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$sort: { count: -1 } },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$limit: 5 }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600"/>
          </a:p>
        </p:txBody>
      </p:sp>
      <p:sp>
        <p:nvSpPr>
          <p:cNvPr id="16" name="Shape 14"/>
          <p:cNvSpPr/>
          <p:nvPr/>
        </p:nvSpPr>
        <p:spPr>
          <a:xfrm>
            <a:off x="6255868" y="1508760"/>
            <a:ext cx="538718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5868" y="1508760"/>
            <a:ext cx="5387188" cy="8229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84468" y="169164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$lookup: join two collections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6484468" y="2148840"/>
            <a:ext cx="49299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event details to each registration:</a:t>
            </a:r>
            <a:endParaRPr lang="en-US" sz="1300"/>
          </a:p>
        </p:txBody>
      </p:sp>
      <p:sp>
        <p:nvSpPr>
          <p:cNvPr id="20" name="Shape 18"/>
          <p:cNvSpPr/>
          <p:nvPr/>
        </p:nvSpPr>
        <p:spPr>
          <a:xfrm>
            <a:off x="6484468" y="2743200"/>
            <a:ext cx="4929988" cy="3337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84468" y="2743200"/>
            <a:ext cx="64008" cy="3337560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85636" y="2852928"/>
            <a:ext cx="456422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db.registrations.aggregate([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$lookup: {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from: "events",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localField: "eventId",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foreignField: "eventId",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as: "eventDetails"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},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$unwind: "$eventDetails" }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6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Behind Our Dashboard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225296"/>
            <a:ext cx="82296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Full-Stack Integration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6400800" cy="4837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508760"/>
            <a:ext cx="6400800" cy="8229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691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db/queries.js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777240" y="2148840"/>
            <a:ext cx="5943600" cy="4087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148840"/>
            <a:ext cx="64008" cy="4087368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2258568"/>
            <a:ext cx="557784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getRegistrationCountsByEvent() {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db = getDb();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(!db) return [];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rows = await db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.collection("registrations")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.aggregate([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$group: { _id: "$event", total: { $sum: 1 } } },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$sort: { total: -1 } }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.toArray();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rows.map((r) =&gt; ({ event: r._id, total: r.total }));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7269480" y="1508760"/>
            <a:ext cx="4373575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69480" y="1508760"/>
            <a:ext cx="4373575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1691640"/>
            <a:ext cx="3916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query to chart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7498080" y="2148840"/>
            <a:ext cx="39163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counts registrations per event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returns the rows as JSON at /api/stats/by-event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turns totals into horizontal bars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or deleted registration refreshes the chart</a:t>
            </a:r>
            <a:endParaRPr lang="en-US" sz="2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280160"/>
            <a:ext cx="5486400" cy="54864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566160"/>
            <a:ext cx="4114800" cy="41148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65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kumimoji="0" lang="en-US" sz="7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Integration</a:t>
            </a:r>
            <a:endParaRPr kumimoji="0" lang="en-US" sz="4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browser, an Express API and MongoDB into one working application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Flow: Browser to Database and Back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225296"/>
            <a:ext cx="8229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Full-Stack Integration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1828800" cy="1554480"/>
          </a:xfrm>
          <a:prstGeom prst="rect">
            <a:avLst/>
          </a:prstGeom>
          <a:solidFill>
            <a:srgbClr val="E8F0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4440" y="164592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54864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700"/>
          </a:p>
        </p:txBody>
      </p:sp>
      <p:sp>
        <p:nvSpPr>
          <p:cNvPr id="13" name="Text 11"/>
          <p:cNvSpPr/>
          <p:nvPr/>
        </p:nvSpPr>
        <p:spPr>
          <a:xfrm>
            <a:off x="640080" y="2560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submit, fetch()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2377440" y="2011680"/>
            <a:ext cx="4876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/>
          </a:p>
        </p:txBody>
      </p:sp>
      <p:sp>
        <p:nvSpPr>
          <p:cNvPr id="15" name="Shape 13"/>
          <p:cNvSpPr/>
          <p:nvPr/>
        </p:nvSpPr>
        <p:spPr>
          <a:xfrm>
            <a:off x="2865044" y="1508760"/>
            <a:ext cx="1828800" cy="1554480"/>
          </a:xfrm>
          <a:prstGeom prst="rect">
            <a:avLst/>
          </a:prstGeom>
          <a:solidFill>
            <a:srgbClr val="F1EA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50844" y="16459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50844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2865044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+ JSON</a:t>
            </a:r>
            <a:endParaRPr lang="en-US" sz="1700"/>
          </a:p>
        </p:txBody>
      </p:sp>
      <p:sp>
        <p:nvSpPr>
          <p:cNvPr id="19" name="Text 17"/>
          <p:cNvSpPr/>
          <p:nvPr/>
        </p:nvSpPr>
        <p:spPr>
          <a:xfrm>
            <a:off x="2956484" y="2560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/api/registrations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4693844" y="2011680"/>
            <a:ext cx="4876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/>
          </a:p>
        </p:txBody>
      </p:sp>
      <p:sp>
        <p:nvSpPr>
          <p:cNvPr id="21" name="Shape 19"/>
          <p:cNvSpPr/>
          <p:nvPr/>
        </p:nvSpPr>
        <p:spPr>
          <a:xfrm>
            <a:off x="5181448" y="1508760"/>
            <a:ext cx="1828800" cy="1554480"/>
          </a:xfrm>
          <a:prstGeom prst="rect">
            <a:avLst/>
          </a:prstGeom>
          <a:solidFill>
            <a:srgbClr val="FFF1E6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67248" y="1645920"/>
            <a:ext cx="457200" cy="4572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6724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/>
          </a:p>
        </p:txBody>
      </p:sp>
      <p:sp>
        <p:nvSpPr>
          <p:cNvPr id="24" name="Text 22"/>
          <p:cNvSpPr/>
          <p:nvPr/>
        </p:nvSpPr>
        <p:spPr>
          <a:xfrm>
            <a:off x="5181448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700"/>
          </a:p>
        </p:txBody>
      </p:sp>
      <p:sp>
        <p:nvSpPr>
          <p:cNvPr id="25" name="Text 23"/>
          <p:cNvSpPr/>
          <p:nvPr/>
        </p:nvSpPr>
        <p:spPr>
          <a:xfrm>
            <a:off x="5272888" y="2560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and route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7010248" y="2011680"/>
            <a:ext cx="4876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/>
          </a:p>
        </p:txBody>
      </p:sp>
      <p:sp>
        <p:nvSpPr>
          <p:cNvPr id="27" name="Shape 25"/>
          <p:cNvSpPr/>
          <p:nvPr/>
        </p:nvSpPr>
        <p:spPr>
          <a:xfrm>
            <a:off x="7497851" y="1508760"/>
            <a:ext cx="1828800" cy="1554480"/>
          </a:xfrm>
          <a:prstGeom prst="rect">
            <a:avLst/>
          </a:prstGeom>
          <a:solidFill>
            <a:srgbClr val="E8F7EE"/>
          </a:solidFill>
          <a:ln w="19050">
            <a:solidFill>
              <a:srgbClr val="13AA5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651" y="1645920"/>
            <a:ext cx="457200" cy="457200"/>
          </a:xfrm>
          <a:prstGeom prst="ellipse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651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/>
          </a:p>
        </p:txBody>
      </p:sp>
      <p:sp>
        <p:nvSpPr>
          <p:cNvPr id="30" name="Text 28"/>
          <p:cNvSpPr/>
          <p:nvPr/>
        </p:nvSpPr>
        <p:spPr>
          <a:xfrm>
            <a:off x="7497851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700"/>
          </a:p>
        </p:txBody>
      </p:sp>
      <p:sp>
        <p:nvSpPr>
          <p:cNvPr id="31" name="Text 29"/>
          <p:cNvSpPr/>
          <p:nvPr/>
        </p:nvSpPr>
        <p:spPr>
          <a:xfrm>
            <a:off x="7589291" y="2560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db/queries.js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9326651" y="2011680"/>
            <a:ext cx="4876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/>
          </a:p>
        </p:txBody>
      </p:sp>
      <p:sp>
        <p:nvSpPr>
          <p:cNvPr id="33" name="Shape 31"/>
          <p:cNvSpPr/>
          <p:nvPr/>
        </p:nvSpPr>
        <p:spPr>
          <a:xfrm>
            <a:off x="9814255" y="1508760"/>
            <a:ext cx="1828800" cy="1554480"/>
          </a:xfrm>
          <a:prstGeom prst="rect">
            <a:avLst/>
          </a:prstGeom>
          <a:solidFill>
            <a:srgbClr val="FDECEC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00055" y="1645920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00055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/>
          </a:p>
        </p:txBody>
      </p:sp>
      <p:sp>
        <p:nvSpPr>
          <p:cNvPr id="36" name="Text 34"/>
          <p:cNvSpPr/>
          <p:nvPr/>
        </p:nvSpPr>
        <p:spPr>
          <a:xfrm>
            <a:off x="9814255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700"/>
          </a:p>
        </p:txBody>
      </p:sp>
      <p:sp>
        <p:nvSpPr>
          <p:cNvPr id="37" name="Text 35"/>
          <p:cNvSpPr/>
          <p:nvPr/>
        </p:nvSpPr>
        <p:spPr>
          <a:xfrm>
            <a:off x="9905695" y="2560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index</a:t>
            </a:r>
            <a:endParaRPr lang="en-US" sz="1200"/>
          </a:p>
        </p:txBody>
      </p:sp>
      <p:sp>
        <p:nvSpPr>
          <p:cNvPr id="38" name="Shape 36"/>
          <p:cNvSpPr/>
          <p:nvPr/>
        </p:nvSpPr>
        <p:spPr>
          <a:xfrm>
            <a:off x="548640" y="3383280"/>
            <a:ext cx="11094415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8640" y="3383280"/>
            <a:ext cx="11094415" cy="822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356616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browser never talks to MongoDB directly</a:t>
            </a:r>
            <a:endParaRPr lang="en-US" sz="1600"/>
          </a:p>
        </p:txBody>
      </p:sp>
      <p:sp>
        <p:nvSpPr>
          <p:cNvPr id="41" name="Text 39"/>
          <p:cNvSpPr/>
          <p:nvPr/>
        </p:nvSpPr>
        <p:spPr>
          <a:xfrm>
            <a:off x="777240" y="4023360"/>
            <a:ext cx="1063721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</a:t>
            </a: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credentials stay on the server in .env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</a:t>
            </a: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checks every input before it reaches the database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</a:t>
            </a: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decides what each client may read or change</a:t>
            </a:r>
            <a:endParaRPr lang="en-US" sz="2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Structure: CampusConnect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225296"/>
            <a:ext cx="8229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Full-Stack Integration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51206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508760"/>
            <a:ext cx="5120640" cy="822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691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Folders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777240" y="2148840"/>
            <a:ext cx="4663440" cy="3931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148840"/>
            <a:ext cx="64008" cy="3931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2258568"/>
            <a:ext cx="429768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Skill-Lab-MongoDB/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 server.js        Express routes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 .env             configuration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 events.json      sample data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 registrations.json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 db/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|-- connection.js  MongoClient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|-- queries.js     all queries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|-- seed.js        load data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 public/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|-- index.html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|-- app.js         fetch + UI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|-- style.css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5989320" y="1508760"/>
            <a:ext cx="5653735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9320" y="1508760"/>
            <a:ext cx="5653735" cy="8229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691640"/>
            <a:ext cx="5196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6217920" y="2148840"/>
            <a:ext cx="519653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server.js: </a:t>
            </a: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routes, input validation and status codes</a:t>
            </a:r>
            <a:endParaRPr lang="en-US" sz="18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db/connection.js: </a:t>
            </a: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MongoClient for the whole app</a:t>
            </a:r>
            <a:endParaRPr lang="en-US" sz="18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db/queries.js: </a:t>
            </a: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MongoDB call lives here; routes never call the driver</a:t>
            </a:r>
            <a:endParaRPr lang="en-US" sz="18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public/app.js: </a:t>
            </a: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calls and page updates</a:t>
            </a:r>
            <a:endParaRPr lang="en-US" sz="18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db/seed.js: </a:t>
            </a: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sample data and creates indexes</a:t>
            </a:r>
            <a:endParaRPr lang="en-US" sz="1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625"/>
            <a:ext cx="201168" cy="6858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 and Dependencies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225296"/>
            <a:ext cx="8229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Full-Stack Integration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538718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508760"/>
            <a:ext cx="5387188" cy="8229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69164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and run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777240" y="2148840"/>
            <a:ext cx="4929988" cy="3931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148840"/>
            <a:ext cx="64008" cy="3931920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2258568"/>
            <a:ext cx="4564228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dependencies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express mongodb dotenv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/>
          </a:p>
          <a:p>
            <a:pPr marL="0" indent="0">
              <a:buNone/>
            </a:pPr>
            <a:r>
              <a:rPr lang="en-US" sz="16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sample data and indexes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seed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/>
          </a:p>
          <a:p>
            <a:pPr marL="0" indent="0">
              <a:buNone/>
            </a:pPr>
            <a:r>
              <a:rPr lang="en-US" sz="16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Start with auto-reload (Node 18+)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/>
          </a:p>
          <a:p>
            <a:pPr marL="0" indent="0">
              <a:buNone/>
            </a:pPr>
            <a:r>
              <a:rPr lang="en-US" sz="16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 the app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http://localhost:3000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6255868" y="1508760"/>
            <a:ext cx="538718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55868" y="1508760"/>
            <a:ext cx="5387188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4468" y="169164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package.json and .env</a:t>
            </a:r>
            <a:endParaRPr lang="en-US" sz="1600"/>
          </a:p>
        </p:txBody>
      </p:sp>
      <p:sp>
        <p:nvSpPr>
          <p:cNvPr id="18" name="Shape 16"/>
          <p:cNvSpPr/>
          <p:nvPr/>
        </p:nvSpPr>
        <p:spPr>
          <a:xfrm>
            <a:off x="6484468" y="2148840"/>
            <a:ext cx="4929988" cy="3931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84468" y="2148840"/>
            <a:ext cx="64008" cy="3931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5636" y="2258568"/>
            <a:ext cx="4564228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"scripts": {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"start": "node server.js",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"dev": "node --watch server.js",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"seed": "node db/seed.js"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"dependencies": {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"dotenv": "^16.4.5",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"express": "^4.19.2",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"mongodb": "^6.8.0"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/>
          </a:p>
          <a:p>
            <a:pPr marL="0" indent="0">
              <a:buNone/>
            </a:pPr>
            <a:r>
              <a:rPr lang="en-US" sz="14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.env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MONGODB_URI=mongodb://localhost:27017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DB_NAME=campusconnect</a:t>
            </a:r>
            <a:endParaRPr lang="en-US" sz="1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Node.js to MongoDB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225296"/>
            <a:ext cx="8229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Full-Stack Integration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63093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508760"/>
            <a:ext cx="6309360" cy="8229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691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db/connection.js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777240" y="2148840"/>
            <a:ext cx="5852160" cy="3931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148840"/>
            <a:ext cx="64008" cy="3931920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2258568"/>
            <a:ext cx="548640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MongoClient } = require("mongodb");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client = null;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db = null;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connectToDatabase() {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client = new MongoClient(process.env.MONGODB_URI, {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serverSelectionTimeoutMS: 3000,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client.connect();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 = client.db(process.env.DB_NAME);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db.command({ ping: 1 });   // verify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db;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getDb() { return db; }</a:t>
            </a:r>
            <a:endParaRPr lang="en-US" sz="1500"/>
          </a:p>
        </p:txBody>
      </p:sp>
      <p:sp>
        <p:nvSpPr>
          <p:cNvPr id="15" name="Shape 13"/>
          <p:cNvSpPr/>
          <p:nvPr/>
        </p:nvSpPr>
        <p:spPr>
          <a:xfrm>
            <a:off x="7178040" y="1508760"/>
            <a:ext cx="4465015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78040" y="1508760"/>
            <a:ext cx="4465015" cy="822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1691640"/>
            <a:ext cx="4007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rules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7406640" y="2148840"/>
            <a:ext cx="400781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once </a:t>
            </a: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server starts</a:t>
            </a:r>
            <a:endParaRPr lang="en-US" sz="18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client: </a:t>
            </a: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manages a connection pool</a:t>
            </a:r>
            <a:endParaRPr lang="en-US" sz="18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connect </a:t>
            </a: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route handler</a:t>
            </a:r>
            <a:endParaRPr lang="en-US" sz="18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timeouts </a:t>
            </a: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failures surface quickly</a:t>
            </a:r>
            <a:endParaRPr lang="en-US" sz="18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cleanly </a:t>
            </a: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shutdown (SIGINT)</a:t>
            </a:r>
            <a:endParaRPr lang="en-US" sz="1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Design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225296"/>
            <a:ext cx="8229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Full-Stack Integration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411154"/>
              </p:ext>
            </p:extLst>
          </p:nvPr>
        </p:nvGraphicFramePr>
        <p:xfrm>
          <a:off x="548640" y="1508760"/>
          <a:ext cx="11091672" cy="39319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status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/api/events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events for the dropdown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/api/registrations?event=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and search registrations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/api/registrations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registration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(409 if duplicate)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/api/registrations/:id/status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status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/api/registrations/:id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a registration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/api/stats/by-event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Aggregated counts per event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623560"/>
            <a:ext cx="11094415" cy="548640"/>
          </a:xfrm>
          <a:prstGeom prst="rect">
            <a:avLst/>
          </a:prstGeom>
          <a:solidFill>
            <a:srgbClr val="FDECE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5623560"/>
            <a:ext cx="82296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562356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errors return 400, missing records 404, unexpected failures 500.</a:t>
            </a:r>
            <a:endParaRPr lang="en-US" sz="16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Queries: Read and Create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225296"/>
            <a:ext cx="8229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Full-Stack Integration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538718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508760"/>
            <a:ext cx="5387188" cy="8229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69164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getEvents and getRegistrations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777240" y="2148840"/>
            <a:ext cx="4929988" cy="3931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148840"/>
            <a:ext cx="64008" cy="3931920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2258568"/>
            <a:ext cx="4564228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getEvents() {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db = getDb();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db.collection("events")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.find({}).sort({ date: 1 }).toArray();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getRegistrations({ eventSearch, limit }) {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db = getDb();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filter = {};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(eventSearch) {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filter.event = {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$regex: escapeRegex(eventSearch), $options: "i"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};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db.collection("registrations").find(filter)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.sort({ createdAt: -1 }).limit(limit).toArray();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/>
          </a:p>
        </p:txBody>
      </p:sp>
      <p:sp>
        <p:nvSpPr>
          <p:cNvPr id="15" name="Shape 13"/>
          <p:cNvSpPr/>
          <p:nvPr/>
        </p:nvSpPr>
        <p:spPr>
          <a:xfrm>
            <a:off x="6255868" y="1508760"/>
            <a:ext cx="538718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55868" y="1508760"/>
            <a:ext cx="5387188" cy="8229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4468" y="169164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insertRegistration and duplicates</a:t>
            </a:r>
            <a:endParaRPr lang="en-US" sz="1600"/>
          </a:p>
        </p:txBody>
      </p:sp>
      <p:sp>
        <p:nvSpPr>
          <p:cNvPr id="18" name="Shape 16"/>
          <p:cNvSpPr/>
          <p:nvPr/>
        </p:nvSpPr>
        <p:spPr>
          <a:xfrm>
            <a:off x="6484468" y="2148840"/>
            <a:ext cx="4929988" cy="3931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84468" y="2148840"/>
            <a:ext cx="64008" cy="3931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5636" y="2258568"/>
            <a:ext cx="4564228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insertRegistration(doc) {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db = getDb();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db.collection("registrations").insertOne(doc);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/>
          </a:p>
          <a:p>
            <a:pPr marL="0" indent="0">
              <a:buNone/>
            </a:pPr>
            <a:r>
              <a:rPr lang="en-US" sz="125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server.js: map the unique-index error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 = await queries.insertRegistration(doc);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res.status(201).json({ id: r.insertedId });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(err) {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(err.code === 11000) {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res.status(409).json({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error: "Already registered for this event"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res.status(500).json({ error: "Server error" });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Queries: Update and Delete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225296"/>
            <a:ext cx="8229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Full-Stack Integration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538718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508760"/>
            <a:ext cx="5387188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69164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updateRegistrationStatus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777240" y="2148840"/>
            <a:ext cx="4929988" cy="3017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148840"/>
            <a:ext cx="64008" cy="3017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2258568"/>
            <a:ext cx="4564228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ObjectId } = require("mongodb");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updateRegistrationStatus(id, status) {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db = getDb();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db.collection("registrations").updateOne(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_id: new ObjectId(id) },   // cast the string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$set: { status } }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/>
          </a:p>
        </p:txBody>
      </p:sp>
      <p:sp>
        <p:nvSpPr>
          <p:cNvPr id="15" name="Shape 13"/>
          <p:cNvSpPr/>
          <p:nvPr/>
        </p:nvSpPr>
        <p:spPr>
          <a:xfrm>
            <a:off x="6255868" y="1508760"/>
            <a:ext cx="538718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55868" y="1508760"/>
            <a:ext cx="5387188" cy="822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4468" y="169164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deleteRegistration</a:t>
            </a:r>
            <a:endParaRPr lang="en-US" sz="1600"/>
          </a:p>
        </p:txBody>
      </p:sp>
      <p:sp>
        <p:nvSpPr>
          <p:cNvPr id="18" name="Shape 16"/>
          <p:cNvSpPr/>
          <p:nvPr/>
        </p:nvSpPr>
        <p:spPr>
          <a:xfrm>
            <a:off x="6484468" y="2148840"/>
            <a:ext cx="4929988" cy="3108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84468" y="2148840"/>
            <a:ext cx="64008" cy="3108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67348" y="2218328"/>
            <a:ext cx="4564228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deleteRegistration(id) {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db = getDb();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db.collection("registrations").deleteOne({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_id: new ObjectId(id)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/>
          </a:p>
          <a:p>
            <a:pPr marL="0" indent="0">
              <a:buNone/>
            </a:pPr>
            <a:r>
              <a:rPr lang="en-US" sz="1500" i="1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Check results in the route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(result.deletedCount === 0) {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res.status(404).json({ error: "Not found" });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/>
          </a:p>
        </p:txBody>
      </p:sp>
      <p:sp>
        <p:nvSpPr>
          <p:cNvPr id="21" name="Shape 19"/>
          <p:cNvSpPr/>
          <p:nvPr/>
        </p:nvSpPr>
        <p:spPr>
          <a:xfrm>
            <a:off x="548640" y="5486400"/>
            <a:ext cx="11094415" cy="731520"/>
          </a:xfrm>
          <a:prstGeom prst="rect">
            <a:avLst/>
          </a:prstGeom>
          <a:solidFill>
            <a:srgbClr val="FFF1E6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486400"/>
            <a:ext cx="82296" cy="7315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48640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arrive from the URL as strings. Without new ObjectId(id) the filter matches nothing.</a:t>
            </a:r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Calling the API with fetch()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225296"/>
            <a:ext cx="8229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Full-Stack Integration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538718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508760"/>
            <a:ext cx="5387188" cy="8229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69164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form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777240" y="2148840"/>
            <a:ext cx="4929988" cy="3931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148840"/>
            <a:ext cx="64008" cy="3931920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2258568"/>
            <a:ext cx="4564228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submitRegistration(payload) {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 = await fetch("/api/registrations", {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method: "POST",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headers: { "Content-Type": "application/json" },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body: JSON.stringify(payload),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(res.status === 201) {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showSuccess("Registration saved");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loadRegistrations();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loadStats();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if (res.status === 409) {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showError("Already registered");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6255868" y="1508760"/>
            <a:ext cx="538718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55868" y="1508760"/>
            <a:ext cx="5387188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4468" y="169164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search with debounce</a:t>
            </a:r>
            <a:endParaRPr lang="en-US" sz="1600"/>
          </a:p>
        </p:txBody>
      </p:sp>
      <p:sp>
        <p:nvSpPr>
          <p:cNvPr id="18" name="Shape 16"/>
          <p:cNvSpPr/>
          <p:nvPr/>
        </p:nvSpPr>
        <p:spPr>
          <a:xfrm>
            <a:off x="6484468" y="2148840"/>
            <a:ext cx="4929988" cy="3931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84468" y="2148840"/>
            <a:ext cx="64008" cy="3931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5636" y="2258568"/>
            <a:ext cx="4564228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timer;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searchInput.addEventListener("input", (e) =&gt; {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clearTimeout(timer);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timer = setTimeout(() =&gt; {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loadRegistrations(e.target.value);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 300);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loadRegistrations(text = "") {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q = encodeURIComponent(text);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 = await fetch(`/api/registrations?event=${q}`);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renderTable(await res.json());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Scenarios in CampusConnect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225296"/>
            <a:ext cx="8229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Full-Stack Integration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2567864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508760"/>
            <a:ext cx="2567864" cy="8229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69164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student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777240" y="2148840"/>
            <a:ext cx="211066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and submit the form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returns 201 Created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row appears in the table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bar grows by one</a:t>
            </a:r>
            <a:endParaRPr lang="en-US" sz="2000"/>
          </a:p>
        </p:txBody>
      </p:sp>
      <p:sp>
        <p:nvSpPr>
          <p:cNvPr id="13" name="Shape 11"/>
          <p:cNvSpPr/>
          <p:nvPr/>
        </p:nvSpPr>
        <p:spPr>
          <a:xfrm>
            <a:off x="3390824" y="1508760"/>
            <a:ext cx="2567864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90824" y="1508760"/>
            <a:ext cx="2567864" cy="8229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9424" y="169164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attempt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3619424" y="2148840"/>
            <a:ext cx="211066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same email and event</a:t>
            </a:r>
            <a:endParaRPr lang="en-US" sz="19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index rejects the write</a:t>
            </a:r>
            <a:endParaRPr lang="en-US" sz="19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maps error 11000 to 409</a:t>
            </a:r>
            <a:endParaRPr lang="en-US" sz="19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shows a friendly message</a:t>
            </a:r>
            <a:endParaRPr lang="en-US" sz="1900"/>
          </a:p>
        </p:txBody>
      </p:sp>
      <p:sp>
        <p:nvSpPr>
          <p:cNvPr id="17" name="Shape 15"/>
          <p:cNvSpPr/>
          <p:nvPr/>
        </p:nvSpPr>
        <p:spPr>
          <a:xfrm>
            <a:off x="6233008" y="1508760"/>
            <a:ext cx="2567864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33008" y="1508760"/>
            <a:ext cx="2567864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1608" y="169164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update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6461608" y="2148840"/>
            <a:ext cx="211066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 the event filter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query narrows the table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status with PATCH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update in place</a:t>
            </a:r>
            <a:endParaRPr lang="en-US" sz="2000"/>
          </a:p>
        </p:txBody>
      </p:sp>
      <p:sp>
        <p:nvSpPr>
          <p:cNvPr id="21" name="Shape 19"/>
          <p:cNvSpPr/>
          <p:nvPr/>
        </p:nvSpPr>
        <p:spPr>
          <a:xfrm>
            <a:off x="9075191" y="1508760"/>
            <a:ext cx="2567864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75191" y="1508760"/>
            <a:ext cx="2567864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03791" y="169164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and analyze</a:t>
            </a:r>
            <a:endParaRPr lang="en-US" sz="1600"/>
          </a:p>
        </p:txBody>
      </p:sp>
      <p:sp>
        <p:nvSpPr>
          <p:cNvPr id="24" name="Text 22"/>
          <p:cNvSpPr/>
          <p:nvPr/>
        </p:nvSpPr>
        <p:spPr>
          <a:xfrm>
            <a:off x="9303791" y="2148840"/>
            <a:ext cx="211066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registration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is removed, API returns 200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recalculates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stays in sync</a:t>
            </a:r>
            <a:endParaRPr lang="en-US" sz="2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Event Registration Platform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225296"/>
            <a:ext cx="8229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Full-Stack Integration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52120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508760"/>
            <a:ext cx="5212080" cy="8229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777240" y="2148840"/>
            <a:ext cx="47548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50" b="1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clubs collect signups in spreadsheets, causing duplicates and lost details</a:t>
            </a:r>
            <a:endParaRPr lang="en-US" sz="185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50" b="1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r>
              <a:rPr lang="en-US" sz="1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dietary preferences, interests and status per student</a:t>
            </a:r>
            <a:endParaRPr lang="en-US" sz="185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50" b="1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Visibility: </a:t>
            </a:r>
            <a:r>
              <a:rPr lang="en-US" sz="1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organizers want live counts per event</a:t>
            </a:r>
            <a:endParaRPr lang="en-US" sz="185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50" b="1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hold rich data, a unique index blocks duplicates, aggregation powers analytics</a:t>
            </a:r>
            <a:endParaRPr lang="en-US" sz="1850"/>
          </a:p>
        </p:txBody>
      </p:sp>
      <p:sp>
        <p:nvSpPr>
          <p:cNvPr id="13" name="Shape 11"/>
          <p:cNvSpPr/>
          <p:nvPr/>
        </p:nvSpPr>
        <p:spPr>
          <a:xfrm>
            <a:off x="6080760" y="1508760"/>
            <a:ext cx="5562295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508760"/>
            <a:ext cx="5562295" cy="8229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691640"/>
            <a:ext cx="5105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registration document</a:t>
            </a:r>
            <a:endParaRPr lang="en-US" sz="1600"/>
          </a:p>
        </p:txBody>
      </p:sp>
      <p:sp>
        <p:nvSpPr>
          <p:cNvPr id="16" name="Shape 14"/>
          <p:cNvSpPr/>
          <p:nvPr/>
        </p:nvSpPr>
        <p:spPr>
          <a:xfrm>
            <a:off x="6309360" y="2148840"/>
            <a:ext cx="5105095" cy="3931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2148840"/>
            <a:ext cx="64008" cy="3931920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2258568"/>
            <a:ext cx="4739335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"_id": ObjectId("671a5b829d43ef12ab000001"),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"studentName": "Aarav Sharma",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"email": "aarav@college.edu",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"event": "Robotics Workshop",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"eventId": "E02",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"year": 3,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"interests": ["Robotics", "IoT"],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"dietaryNeeds": { "vegetarian": true },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"confirmed",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"feePaid": 150,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"createdAt": ISODate("2026-11-12T08:30:00Z")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Challenges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225296"/>
            <a:ext cx="822960" cy="54864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Full-Stack Integration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351525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508760"/>
            <a:ext cx="3515258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69164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Department stats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777240" y="2148840"/>
            <a:ext cx="305805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GET /api/stats/by-department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registrations by department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total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render a second chart</a:t>
            </a:r>
            <a:endParaRPr lang="en-US" sz="2000"/>
          </a:p>
        </p:txBody>
      </p:sp>
      <p:sp>
        <p:nvSpPr>
          <p:cNvPr id="13" name="Shape 11"/>
          <p:cNvSpPr/>
          <p:nvPr/>
        </p:nvSpPr>
        <p:spPr>
          <a:xfrm>
            <a:off x="4338218" y="1508760"/>
            <a:ext cx="351525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38218" y="1508760"/>
            <a:ext cx="3515258" cy="8229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6818" y="169164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Capacity limit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4566818" y="2148840"/>
            <a:ext cx="305805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event has a capacity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confirmed registrations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full, set status to waitlisted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clear message to the UI</a:t>
            </a:r>
            <a:endParaRPr lang="en-US" sz="2000"/>
          </a:p>
        </p:txBody>
      </p:sp>
      <p:sp>
        <p:nvSpPr>
          <p:cNvPr id="17" name="Shape 15"/>
          <p:cNvSpPr/>
          <p:nvPr/>
        </p:nvSpPr>
        <p:spPr>
          <a:xfrm>
            <a:off x="8127797" y="1508760"/>
            <a:ext cx="351525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27797" y="1508760"/>
            <a:ext cx="3515258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56397" y="169164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Combined filter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8356397" y="2148840"/>
            <a:ext cx="305805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year dropdown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year with event search</a:t>
            </a:r>
            <a:endParaRPr lang="en-US" sz="20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$and in the filter</a:t>
            </a:r>
            <a:endParaRPr lang="en-US" sz="20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and Resources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225296"/>
            <a:ext cx="822960" cy="54864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Full-Stack Integration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538718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508760"/>
            <a:ext cx="5387188" cy="8229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69164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learned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777240" y="2148840"/>
            <a:ext cx="492998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vs NoSQL and when to choose a document database</a:t>
            </a:r>
            <a:endParaRPr lang="en-US" sz="185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BSON, ObjectId and MongoDB architecture</a:t>
            </a:r>
            <a:endParaRPr lang="en-US" sz="185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MongoDB and configuring Atlas</a:t>
            </a:r>
            <a:endParaRPr lang="en-US" sz="185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CRUD, operators and safe updates</a:t>
            </a:r>
            <a:endParaRPr lang="en-US" sz="185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pipelines for analytics</a:t>
            </a:r>
            <a:endParaRPr lang="en-US" sz="185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Express, the driver and a live frontend</a:t>
            </a:r>
            <a:endParaRPr lang="en-US" sz="1850"/>
          </a:p>
        </p:txBody>
      </p:sp>
      <p:sp>
        <p:nvSpPr>
          <p:cNvPr id="13" name="Shape 11"/>
          <p:cNvSpPr/>
          <p:nvPr/>
        </p:nvSpPr>
        <p:spPr>
          <a:xfrm>
            <a:off x="6255868" y="1508760"/>
            <a:ext cx="5387188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55868" y="1508760"/>
            <a:ext cx="5387188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84468" y="169164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learning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484468" y="2148840"/>
            <a:ext cx="492998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Docs: </a:t>
            </a: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mongodb.com/docs</a:t>
            </a:r>
            <a:endParaRPr lang="en-US" sz="18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driver: </a:t>
            </a: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mongodb.com/docs/drivers/node</a:t>
            </a:r>
            <a:endParaRPr lang="en-US" sz="18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courses: </a:t>
            </a: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learn.mongodb.com (MongoDB University)</a:t>
            </a:r>
            <a:endParaRPr lang="en-US" sz="180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</a:t>
            </a: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CampusConnect source with reference solutions in db/queries.solution.js</a:t>
            </a:r>
            <a:endParaRPr lang="en-US" sz="1800"/>
          </a:p>
        </p:txBody>
      </p:sp>
      <p:sp>
        <p:nvSpPr>
          <p:cNvPr id="17" name="Shape 15"/>
          <p:cNvSpPr/>
          <p:nvPr/>
        </p:nvSpPr>
        <p:spPr>
          <a:xfrm>
            <a:off x="6484468" y="5303520"/>
            <a:ext cx="4929988" cy="640080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84468" y="5303520"/>
            <a:ext cx="49299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Questions?</a:t>
            </a:r>
            <a:endParaRPr lang="en-US"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4666</Words>
  <Application>Microsoft Office PowerPoint</Application>
  <PresentationFormat>Widescreen</PresentationFormat>
  <Paragraphs>924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MongoDB &amp; Full-Stack Integration</dc:title>
  <dc:subject>PptxGenJS Presentation</dc:subject>
  <dc:creator>RVCE Skill Lab</dc:creator>
  <cp:lastModifiedBy>Mohith Gowda</cp:lastModifiedBy>
  <cp:revision>1</cp:revision>
  <dcterms:created xsi:type="dcterms:W3CDTF">2026-10-25T07:47:56Z</dcterms:created>
  <dcterms:modified xsi:type="dcterms:W3CDTF">2026-10-26T16:08:32Z</dcterms:modified>
</cp:coreProperties>
</file>